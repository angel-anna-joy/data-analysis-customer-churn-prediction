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74" r:id="rId4"/>
    <p:sldMasterId id="2147483775" r:id="rId5"/>
    <p:sldMasterId id="21474837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STIX Two Text SemiBold"/>
      <p:regular r:id="rId26"/>
      <p:bold r:id="rId27"/>
      <p:italic r:id="rId28"/>
      <p:boldItalic r:id="rId29"/>
    </p:embeddedFont>
    <p:embeddedFont>
      <p:font typeface="Caveat"/>
      <p:regular r:id="rId30"/>
      <p:bold r:id="rId31"/>
    </p:embeddedFont>
    <p:embeddedFont>
      <p:font typeface="STIX Two Text Medium"/>
      <p:regular r:id="rId32"/>
      <p:bold r:id="rId33"/>
      <p:italic r:id="rId34"/>
      <p:boldItalic r:id="rId35"/>
    </p:embeddedFont>
    <p:embeddedFont>
      <p:font typeface="IBM Plex Mono ExtraLight"/>
      <p:regular r:id="rId36"/>
      <p:bold r:id="rId37"/>
      <p:italic r:id="rId38"/>
      <p:boldItalic r:id="rId39"/>
    </p:embeddedFont>
    <p:embeddedFont>
      <p:font typeface="Plus Jakarta Sans Medium"/>
      <p:regular r:id="rId40"/>
      <p:bold r:id="rId41"/>
      <p:italic r:id="rId42"/>
      <p:boldItalic r:id="rId43"/>
    </p:embeddedFont>
    <p:embeddedFont>
      <p:font typeface="IBM Plex Mono"/>
      <p:regular r:id="rId44"/>
      <p:bold r:id="rId45"/>
      <p:italic r:id="rId46"/>
      <p:boldItalic r:id="rId47"/>
    </p:embeddedFont>
    <p:embeddedFont>
      <p:font typeface="Forum"/>
      <p:regular r:id="rId48"/>
    </p:embeddedFont>
    <p:embeddedFont>
      <p:font typeface="DM Sans Medium"/>
      <p:regular r:id="rId49"/>
      <p:bold r:id="rId50"/>
      <p:italic r:id="rId51"/>
      <p:boldItalic r:id="rId52"/>
    </p:embeddedFont>
    <p:embeddedFont>
      <p:font typeface="Roboto"/>
      <p:regular r:id="rId53"/>
      <p:bold r:id="rId54"/>
      <p:italic r:id="rId55"/>
      <p:boldItalic r:id="rId56"/>
    </p:embeddedFont>
    <p:embeddedFont>
      <p:font typeface="STIX Two Text"/>
      <p:regular r:id="rId57"/>
      <p:bold r:id="rId58"/>
      <p:italic r:id="rId59"/>
      <p:boldItalic r:id="rId60"/>
    </p:embeddedFont>
    <p:embeddedFont>
      <p:font typeface="IBM Plex Mono Light"/>
      <p:regular r:id="rId61"/>
      <p:bold r:id="rId62"/>
      <p:italic r:id="rId63"/>
      <p:boldItalic r:id="rId64"/>
    </p:embeddedFont>
    <p:embeddedFont>
      <p:font typeface="DM Sans Light"/>
      <p:regular r:id="rId65"/>
      <p:bold r:id="rId66"/>
      <p:italic r:id="rId67"/>
      <p:boldItalic r:id="rId68"/>
    </p:embeddedFont>
    <p:embeddedFont>
      <p:font typeface="DM Sans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Medium-regular.fntdata"/><Relationship Id="rId42" Type="http://schemas.openxmlformats.org/officeDocument/2006/relationships/font" Target="fonts/PlusJakartaSansMedium-italic.fntdata"/><Relationship Id="rId41" Type="http://schemas.openxmlformats.org/officeDocument/2006/relationships/font" Target="fonts/PlusJakartaSansMedium-bold.fntdata"/><Relationship Id="rId44" Type="http://schemas.openxmlformats.org/officeDocument/2006/relationships/font" Target="fonts/IBMPlexMono-regular.fntdata"/><Relationship Id="rId43" Type="http://schemas.openxmlformats.org/officeDocument/2006/relationships/font" Target="fonts/PlusJakartaSansMedium-boldItalic.fntdata"/><Relationship Id="rId46" Type="http://schemas.openxmlformats.org/officeDocument/2006/relationships/font" Target="fonts/IBMPlexMono-italic.fntdata"/><Relationship Id="rId45" Type="http://schemas.openxmlformats.org/officeDocument/2006/relationships/font" Target="fonts/IBMPlexMono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Forum-regular.fntdata"/><Relationship Id="rId47" Type="http://schemas.openxmlformats.org/officeDocument/2006/relationships/font" Target="fonts/IBMPlexMono-boldItalic.fntdata"/><Relationship Id="rId49" Type="http://schemas.openxmlformats.org/officeDocument/2006/relationships/font" Target="fonts/DMSansMedium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2" Type="http://schemas.openxmlformats.org/officeDocument/2006/relationships/font" Target="fonts/DMSans-boldItalic.fntdata"/><Relationship Id="rId31" Type="http://schemas.openxmlformats.org/officeDocument/2006/relationships/font" Target="fonts/Caveat-bold.fntdata"/><Relationship Id="rId30" Type="http://schemas.openxmlformats.org/officeDocument/2006/relationships/font" Target="fonts/Caveat-regular.fntdata"/><Relationship Id="rId33" Type="http://schemas.openxmlformats.org/officeDocument/2006/relationships/font" Target="fonts/STIXTwoTextMedium-bold.fntdata"/><Relationship Id="rId32" Type="http://schemas.openxmlformats.org/officeDocument/2006/relationships/font" Target="fonts/STIXTwoTextMedium-regular.fntdata"/><Relationship Id="rId35" Type="http://schemas.openxmlformats.org/officeDocument/2006/relationships/font" Target="fonts/STIXTwoTextMedium-boldItalic.fntdata"/><Relationship Id="rId34" Type="http://schemas.openxmlformats.org/officeDocument/2006/relationships/font" Target="fonts/STIXTwoTextMedium-italic.fntdata"/><Relationship Id="rId71" Type="http://schemas.openxmlformats.org/officeDocument/2006/relationships/font" Target="fonts/DMSans-italic.fntdata"/><Relationship Id="rId70" Type="http://schemas.openxmlformats.org/officeDocument/2006/relationships/font" Target="fonts/DMSans-bold.fntdata"/><Relationship Id="rId37" Type="http://schemas.openxmlformats.org/officeDocument/2006/relationships/font" Target="fonts/IBMPlexMonoExtraLight-bold.fntdata"/><Relationship Id="rId36" Type="http://schemas.openxmlformats.org/officeDocument/2006/relationships/font" Target="fonts/IBMPlexMonoExtraLight-regular.fntdata"/><Relationship Id="rId39" Type="http://schemas.openxmlformats.org/officeDocument/2006/relationships/font" Target="fonts/IBMPlexMonoExtraLight-boldItalic.fntdata"/><Relationship Id="rId38" Type="http://schemas.openxmlformats.org/officeDocument/2006/relationships/font" Target="fonts/IBMPlexMonoExtraLight-italic.fntdata"/><Relationship Id="rId62" Type="http://schemas.openxmlformats.org/officeDocument/2006/relationships/font" Target="fonts/IBMPlexMonoLight-bold.fntdata"/><Relationship Id="rId61" Type="http://schemas.openxmlformats.org/officeDocument/2006/relationships/font" Target="fonts/IBMPlexMonoLight-regular.fntdata"/><Relationship Id="rId20" Type="http://schemas.openxmlformats.org/officeDocument/2006/relationships/slide" Target="slides/slide13.xml"/><Relationship Id="rId64" Type="http://schemas.openxmlformats.org/officeDocument/2006/relationships/font" Target="fonts/IBMPlexMonoLight-boldItalic.fntdata"/><Relationship Id="rId63" Type="http://schemas.openxmlformats.org/officeDocument/2006/relationships/font" Target="fonts/IBMPlexMonoLight-italic.fntdata"/><Relationship Id="rId22" Type="http://schemas.openxmlformats.org/officeDocument/2006/relationships/slide" Target="slides/slide15.xml"/><Relationship Id="rId66" Type="http://schemas.openxmlformats.org/officeDocument/2006/relationships/font" Target="fonts/DMSansLight-bold.fntdata"/><Relationship Id="rId21" Type="http://schemas.openxmlformats.org/officeDocument/2006/relationships/slide" Target="slides/slide14.xml"/><Relationship Id="rId65" Type="http://schemas.openxmlformats.org/officeDocument/2006/relationships/font" Target="fonts/DMSansLight-regular.fntdata"/><Relationship Id="rId24" Type="http://schemas.openxmlformats.org/officeDocument/2006/relationships/slide" Target="slides/slide17.xml"/><Relationship Id="rId68" Type="http://schemas.openxmlformats.org/officeDocument/2006/relationships/font" Target="fonts/DMSansLight-boldItalic.fntdata"/><Relationship Id="rId23" Type="http://schemas.openxmlformats.org/officeDocument/2006/relationships/slide" Target="slides/slide16.xml"/><Relationship Id="rId67" Type="http://schemas.openxmlformats.org/officeDocument/2006/relationships/font" Target="fonts/DMSansLight-italic.fntdata"/><Relationship Id="rId60" Type="http://schemas.openxmlformats.org/officeDocument/2006/relationships/font" Target="fonts/STIXTwoText-boldItalic.fntdata"/><Relationship Id="rId26" Type="http://schemas.openxmlformats.org/officeDocument/2006/relationships/font" Target="fonts/STIXTwoTextSemiBold-regular.fntdata"/><Relationship Id="rId25" Type="http://schemas.openxmlformats.org/officeDocument/2006/relationships/slide" Target="slides/slide18.xml"/><Relationship Id="rId69" Type="http://schemas.openxmlformats.org/officeDocument/2006/relationships/font" Target="fonts/DMSans-regular.fntdata"/><Relationship Id="rId28" Type="http://schemas.openxmlformats.org/officeDocument/2006/relationships/font" Target="fonts/STIXTwoTextSemiBold-italic.fntdata"/><Relationship Id="rId27" Type="http://schemas.openxmlformats.org/officeDocument/2006/relationships/font" Target="fonts/STIXTwoTextSemiBold-bold.fntdata"/><Relationship Id="rId29" Type="http://schemas.openxmlformats.org/officeDocument/2006/relationships/font" Target="fonts/STIXTwoTextSemiBold-boldItalic.fntdata"/><Relationship Id="rId51" Type="http://schemas.openxmlformats.org/officeDocument/2006/relationships/font" Target="fonts/DMSansMedium-italic.fntdata"/><Relationship Id="rId50" Type="http://schemas.openxmlformats.org/officeDocument/2006/relationships/font" Target="fonts/DMSansMedium-bold.fntdata"/><Relationship Id="rId53" Type="http://schemas.openxmlformats.org/officeDocument/2006/relationships/font" Target="fonts/Roboto-regular.fntdata"/><Relationship Id="rId52" Type="http://schemas.openxmlformats.org/officeDocument/2006/relationships/font" Target="fonts/DMSansMedium-boldItalic.fntdata"/><Relationship Id="rId11" Type="http://schemas.openxmlformats.org/officeDocument/2006/relationships/slide" Target="slides/slide4.xml"/><Relationship Id="rId55" Type="http://schemas.openxmlformats.org/officeDocument/2006/relationships/font" Target="fonts/Roboto-italic.fntdata"/><Relationship Id="rId10" Type="http://schemas.openxmlformats.org/officeDocument/2006/relationships/slide" Target="slides/slide3.xml"/><Relationship Id="rId54" Type="http://schemas.openxmlformats.org/officeDocument/2006/relationships/font" Target="fonts/Roboto-bold.fntdata"/><Relationship Id="rId13" Type="http://schemas.openxmlformats.org/officeDocument/2006/relationships/slide" Target="slides/slide6.xml"/><Relationship Id="rId57" Type="http://schemas.openxmlformats.org/officeDocument/2006/relationships/font" Target="fonts/STIXTwoText-regular.fntdata"/><Relationship Id="rId12" Type="http://schemas.openxmlformats.org/officeDocument/2006/relationships/slide" Target="slides/slide5.xml"/><Relationship Id="rId56" Type="http://schemas.openxmlformats.org/officeDocument/2006/relationships/font" Target="fonts/Roboto-boldItalic.fntdata"/><Relationship Id="rId15" Type="http://schemas.openxmlformats.org/officeDocument/2006/relationships/slide" Target="slides/slide8.xml"/><Relationship Id="rId59" Type="http://schemas.openxmlformats.org/officeDocument/2006/relationships/font" Target="fonts/STIXTwoText-italic.fntdata"/><Relationship Id="rId14" Type="http://schemas.openxmlformats.org/officeDocument/2006/relationships/slide" Target="slides/slide7.xml"/><Relationship Id="rId58" Type="http://schemas.openxmlformats.org/officeDocument/2006/relationships/font" Target="fonts/STIXTwoText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7" name="Google Shape;17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4" name="Google Shape;17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1" name="Google Shape;17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g3f82456280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8" name="Google Shape;1758;g3f82456280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3e6c1734b7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6" name="Google Shape;1766;g3e6c1734b7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5" name="Google Shape;17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4" name="Google Shape;17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3" name="Google Shape;17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2" name="Google Shape;18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0" name="Google Shape;18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3e6c1734b7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9" name="Google Shape;1819;g3e6c1734b7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8" name="Google Shape;18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7" name="Google Shape;18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6" name="Google Shape;18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5" name="Google Shape;18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3f82456280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3" name="Google Shape;1863;g3f82456280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g3f82456280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1" name="Google Shape;1871;g3f82456280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9" name="Google Shape;18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11" name="Google Shape;11;p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228575" y="3005550"/>
            <a:ext cx="1636200" cy="774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" name="Google Shape;14;p2"/>
          <p:cNvSpPr/>
          <p:nvPr>
            <p:ph idx="3" type="pic"/>
          </p:nvPr>
        </p:nvSpPr>
        <p:spPr>
          <a:xfrm>
            <a:off x="1149025" y="3909225"/>
            <a:ext cx="15435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5" name="Google Shape;15;p2"/>
          <p:cNvSpPr/>
          <p:nvPr>
            <p:ph idx="4" type="pic"/>
          </p:nvPr>
        </p:nvSpPr>
        <p:spPr>
          <a:xfrm>
            <a:off x="3525075" y="3005550"/>
            <a:ext cx="15999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6" name="Google Shape;16;p2"/>
          <p:cNvSpPr/>
          <p:nvPr>
            <p:ph idx="5" type="pic"/>
          </p:nvPr>
        </p:nvSpPr>
        <p:spPr>
          <a:xfrm>
            <a:off x="5271025" y="3005450"/>
            <a:ext cx="1118400" cy="1682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" name="Google Shape;17;p2"/>
          <p:cNvSpPr/>
          <p:nvPr>
            <p:ph idx="6" type="pic"/>
          </p:nvPr>
        </p:nvSpPr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" name="Google Shape;18;p2"/>
          <p:cNvSpPr/>
          <p:nvPr>
            <p:ph idx="7" type="pic"/>
          </p:nvPr>
        </p:nvSpPr>
        <p:spPr>
          <a:xfrm>
            <a:off x="230525" y="3909225"/>
            <a:ext cx="7746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9" name="Google Shape;19;p2"/>
          <p:cNvSpPr/>
          <p:nvPr>
            <p:ph idx="8" type="pic"/>
          </p:nvPr>
        </p:nvSpPr>
        <p:spPr>
          <a:xfrm>
            <a:off x="2838375" y="3909225"/>
            <a:ext cx="1368300" cy="774600"/>
          </a:xfrm>
          <a:prstGeom prst="roundRect">
            <a:avLst>
              <a:gd fmla="val 19797" name="adj"/>
            </a:avLst>
          </a:prstGeom>
          <a:noFill/>
          <a:ln>
            <a:noFill/>
          </a:ln>
        </p:spPr>
      </p:sp>
      <p:sp>
        <p:nvSpPr>
          <p:cNvPr id="20" name="Google Shape;20;p2"/>
          <p:cNvSpPr/>
          <p:nvPr>
            <p:ph idx="9" type="pic"/>
          </p:nvPr>
        </p:nvSpPr>
        <p:spPr>
          <a:xfrm>
            <a:off x="6535600" y="3008850"/>
            <a:ext cx="1118400" cy="767700"/>
          </a:xfrm>
          <a:prstGeom prst="roundRect">
            <a:avLst>
              <a:gd fmla="val 2011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CUSTOM_3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6" type="subTitle"/>
          </p:nvPr>
        </p:nvSpPr>
        <p:spPr>
          <a:xfrm>
            <a:off x="5089225" y="3888950"/>
            <a:ext cx="3826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" name="Google Shape;30;p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 2">
  <p:cSld name="BLANK_1">
    <p:bg>
      <p:bgPr>
        <a:solidFill>
          <a:schemeClr val="dk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228600" y="3389761"/>
            <a:ext cx="47040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5468675" y="457200"/>
            <a:ext cx="34467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" name="Google Shape;34;p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" type="body"/>
          </p:nvPr>
        </p:nvSpPr>
        <p:spPr>
          <a:xfrm>
            <a:off x="5482425" y="413676"/>
            <a:ext cx="3446700" cy="14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mall">
  <p:cSld name="BLANK_1_1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228600" y="399325"/>
            <a:ext cx="31197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" name="Google Shape;43;p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Small">
  <p:cSld name="BLANK_1_1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>
            <p:ph idx="2" type="pic"/>
          </p:nvPr>
        </p:nvSpPr>
        <p:spPr>
          <a:xfrm>
            <a:off x="228600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6" name="Google Shape;46;p7"/>
          <p:cNvSpPr/>
          <p:nvPr>
            <p:ph idx="3" type="pic"/>
          </p:nvPr>
        </p:nvSpPr>
        <p:spPr>
          <a:xfrm>
            <a:off x="2913463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7" name="Google Shape;47;p7"/>
          <p:cNvSpPr/>
          <p:nvPr>
            <p:ph idx="4" type="pic"/>
          </p:nvPr>
        </p:nvSpPr>
        <p:spPr>
          <a:xfrm>
            <a:off x="5594838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8" name="Google Shape;48;p7"/>
          <p:cNvSpPr/>
          <p:nvPr>
            <p:ph idx="5" type="pic"/>
          </p:nvPr>
        </p:nvSpPr>
        <p:spPr>
          <a:xfrm>
            <a:off x="134092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9" name="Google Shape;49;p7"/>
          <p:cNvSpPr/>
          <p:nvPr>
            <p:ph idx="6" type="pic"/>
          </p:nvPr>
        </p:nvSpPr>
        <p:spPr>
          <a:xfrm>
            <a:off x="402427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0" name="Google Shape;50;p7"/>
          <p:cNvSpPr/>
          <p:nvPr>
            <p:ph idx="7" type="pic"/>
          </p:nvPr>
        </p:nvSpPr>
        <p:spPr>
          <a:xfrm>
            <a:off x="6708900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1347975" y="2325217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8" type="subTitle"/>
          </p:nvPr>
        </p:nvSpPr>
        <p:spPr>
          <a:xfrm>
            <a:off x="1347975" y="2538374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9" type="subTitle"/>
          </p:nvPr>
        </p:nvSpPr>
        <p:spPr>
          <a:xfrm>
            <a:off x="4029350" y="2538374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3" type="subTitle"/>
          </p:nvPr>
        </p:nvSpPr>
        <p:spPr>
          <a:xfrm>
            <a:off x="6726463" y="2538374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14" type="subTitle"/>
          </p:nvPr>
        </p:nvSpPr>
        <p:spPr>
          <a:xfrm>
            <a:off x="2460300" y="4203499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5" type="subTitle"/>
          </p:nvPr>
        </p:nvSpPr>
        <p:spPr>
          <a:xfrm>
            <a:off x="5143650" y="4203499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6" type="subTitle"/>
          </p:nvPr>
        </p:nvSpPr>
        <p:spPr>
          <a:xfrm>
            <a:off x="7828275" y="4203499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7" type="subTitle"/>
          </p:nvPr>
        </p:nvSpPr>
        <p:spPr>
          <a:xfrm>
            <a:off x="4026975" y="2325217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8" type="subTitle"/>
          </p:nvPr>
        </p:nvSpPr>
        <p:spPr>
          <a:xfrm>
            <a:off x="6708175" y="2325217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19" type="subTitle"/>
          </p:nvPr>
        </p:nvSpPr>
        <p:spPr>
          <a:xfrm>
            <a:off x="2457750" y="3991542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20" type="subTitle"/>
          </p:nvPr>
        </p:nvSpPr>
        <p:spPr>
          <a:xfrm>
            <a:off x="5142375" y="3991542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1" type="subTitle"/>
          </p:nvPr>
        </p:nvSpPr>
        <p:spPr>
          <a:xfrm>
            <a:off x="7825725" y="3991542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Medium">
  <p:cSld name="BLANK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>
            <p:ph idx="2" type="pic"/>
          </p:nvPr>
        </p:nvSpPr>
        <p:spPr>
          <a:xfrm>
            <a:off x="2286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1305750" y="2370426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3" type="subTitle"/>
          </p:nvPr>
        </p:nvSpPr>
        <p:spPr>
          <a:xfrm>
            <a:off x="1305750" y="2829850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" name="Google Shape;70;p8"/>
          <p:cNvSpPr/>
          <p:nvPr>
            <p:ph idx="4" type="pic"/>
          </p:nvPr>
        </p:nvSpPr>
        <p:spPr>
          <a:xfrm>
            <a:off x="2286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1" name="Google Shape;71;p8"/>
          <p:cNvSpPr txBox="1"/>
          <p:nvPr>
            <p:ph idx="5" type="subTitle"/>
          </p:nvPr>
        </p:nvSpPr>
        <p:spPr>
          <a:xfrm>
            <a:off x="1305750" y="4031889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6" type="subTitle"/>
          </p:nvPr>
        </p:nvSpPr>
        <p:spPr>
          <a:xfrm>
            <a:off x="1305750" y="4491312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3" name="Google Shape;73;p8"/>
          <p:cNvSpPr/>
          <p:nvPr>
            <p:ph idx="7" type="pic"/>
          </p:nvPr>
        </p:nvSpPr>
        <p:spPr>
          <a:xfrm>
            <a:off x="315465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4" name="Google Shape;74;p8"/>
          <p:cNvSpPr txBox="1"/>
          <p:nvPr>
            <p:ph idx="8" type="subTitle"/>
          </p:nvPr>
        </p:nvSpPr>
        <p:spPr>
          <a:xfrm>
            <a:off x="4231800" y="2370426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5" name="Google Shape;75;p8"/>
          <p:cNvSpPr txBox="1"/>
          <p:nvPr>
            <p:ph idx="9" type="subTitle"/>
          </p:nvPr>
        </p:nvSpPr>
        <p:spPr>
          <a:xfrm>
            <a:off x="4231800" y="2829850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8"/>
          <p:cNvSpPr/>
          <p:nvPr>
            <p:ph idx="13" type="pic"/>
          </p:nvPr>
        </p:nvSpPr>
        <p:spPr>
          <a:xfrm>
            <a:off x="315465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7" name="Google Shape;77;p8"/>
          <p:cNvSpPr txBox="1"/>
          <p:nvPr>
            <p:ph idx="14" type="subTitle"/>
          </p:nvPr>
        </p:nvSpPr>
        <p:spPr>
          <a:xfrm>
            <a:off x="4231800" y="4031889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8" name="Google Shape;78;p8"/>
          <p:cNvSpPr/>
          <p:nvPr>
            <p:ph idx="15" type="pic"/>
          </p:nvPr>
        </p:nvSpPr>
        <p:spPr>
          <a:xfrm>
            <a:off x="60807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9" name="Google Shape;79;p8"/>
          <p:cNvSpPr txBox="1"/>
          <p:nvPr>
            <p:ph idx="16" type="subTitle"/>
          </p:nvPr>
        </p:nvSpPr>
        <p:spPr>
          <a:xfrm>
            <a:off x="7157850" y="2370426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0" name="Google Shape;80;p8"/>
          <p:cNvSpPr txBox="1"/>
          <p:nvPr>
            <p:ph idx="17" type="subTitle"/>
          </p:nvPr>
        </p:nvSpPr>
        <p:spPr>
          <a:xfrm>
            <a:off x="7157850" y="2829850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8"/>
          <p:cNvSpPr/>
          <p:nvPr>
            <p:ph idx="18" type="pic"/>
          </p:nvPr>
        </p:nvSpPr>
        <p:spPr>
          <a:xfrm>
            <a:off x="60807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82" name="Google Shape;82;p8"/>
          <p:cNvSpPr txBox="1"/>
          <p:nvPr>
            <p:ph idx="19" type="subTitle"/>
          </p:nvPr>
        </p:nvSpPr>
        <p:spPr>
          <a:xfrm>
            <a:off x="7157850" y="4031889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0" type="subTitle"/>
          </p:nvPr>
        </p:nvSpPr>
        <p:spPr>
          <a:xfrm>
            <a:off x="4250800" y="4491312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21" type="subTitle"/>
          </p:nvPr>
        </p:nvSpPr>
        <p:spPr>
          <a:xfrm>
            <a:off x="7157850" y="4491312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7" name="Google Shape;87;p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Large">
  <p:cSld name="BLANK_1_1_2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" name="Google Shape;91;p9"/>
          <p:cNvSpPr txBox="1"/>
          <p:nvPr>
            <p:ph idx="2" type="subTitle"/>
          </p:nvPr>
        </p:nvSpPr>
        <p:spPr>
          <a:xfrm>
            <a:off x="228600" y="3337825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3" type="subTitle"/>
          </p:nvPr>
        </p:nvSpPr>
        <p:spPr>
          <a:xfrm>
            <a:off x="228600" y="3547550"/>
            <a:ext cx="20622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9"/>
          <p:cNvSpPr/>
          <p:nvPr>
            <p:ph idx="4" type="pic"/>
          </p:nvPr>
        </p:nvSpPr>
        <p:spPr>
          <a:xfrm>
            <a:off x="2286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4" name="Google Shape;94;p9"/>
          <p:cNvSpPr txBox="1"/>
          <p:nvPr>
            <p:ph idx="5" type="body"/>
          </p:nvPr>
        </p:nvSpPr>
        <p:spPr>
          <a:xfrm>
            <a:off x="228600" y="3939125"/>
            <a:ext cx="17853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6" type="subTitle"/>
          </p:nvPr>
        </p:nvSpPr>
        <p:spPr>
          <a:xfrm>
            <a:off x="2423700" y="3337825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7" type="subTitle"/>
          </p:nvPr>
        </p:nvSpPr>
        <p:spPr>
          <a:xfrm>
            <a:off x="2423700" y="3547550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7" name="Google Shape;97;p9"/>
          <p:cNvSpPr/>
          <p:nvPr>
            <p:ph idx="8" type="pic"/>
          </p:nvPr>
        </p:nvSpPr>
        <p:spPr>
          <a:xfrm>
            <a:off x="24237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8" name="Google Shape;98;p9"/>
          <p:cNvSpPr txBox="1"/>
          <p:nvPr>
            <p:ph idx="9" type="body"/>
          </p:nvPr>
        </p:nvSpPr>
        <p:spPr>
          <a:xfrm>
            <a:off x="2423700" y="3939125"/>
            <a:ext cx="17853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3" type="subTitle"/>
          </p:nvPr>
        </p:nvSpPr>
        <p:spPr>
          <a:xfrm>
            <a:off x="4618800" y="3337827"/>
            <a:ext cx="20622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14" type="subTitle"/>
          </p:nvPr>
        </p:nvSpPr>
        <p:spPr>
          <a:xfrm>
            <a:off x="4618800" y="3547550"/>
            <a:ext cx="20622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9"/>
          <p:cNvSpPr/>
          <p:nvPr>
            <p:ph idx="15" type="pic"/>
          </p:nvPr>
        </p:nvSpPr>
        <p:spPr>
          <a:xfrm>
            <a:off x="46188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2" name="Google Shape;102;p9"/>
          <p:cNvSpPr txBox="1"/>
          <p:nvPr>
            <p:ph idx="16" type="body"/>
          </p:nvPr>
        </p:nvSpPr>
        <p:spPr>
          <a:xfrm>
            <a:off x="4618800" y="3939125"/>
            <a:ext cx="17853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17" type="subTitle"/>
          </p:nvPr>
        </p:nvSpPr>
        <p:spPr>
          <a:xfrm>
            <a:off x="6796750" y="3337800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18" type="subTitle"/>
          </p:nvPr>
        </p:nvSpPr>
        <p:spPr>
          <a:xfrm>
            <a:off x="6796750" y="3547550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9"/>
          <p:cNvSpPr/>
          <p:nvPr>
            <p:ph idx="19" type="pic"/>
          </p:nvPr>
        </p:nvSpPr>
        <p:spPr>
          <a:xfrm>
            <a:off x="6796738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6" name="Google Shape;106;p9"/>
          <p:cNvSpPr txBox="1"/>
          <p:nvPr>
            <p:ph idx="20" type="body"/>
          </p:nvPr>
        </p:nvSpPr>
        <p:spPr>
          <a:xfrm>
            <a:off x="6796750" y="3939125"/>
            <a:ext cx="17853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7" name="Google Shape;107;p9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1">
  <p:cSld name="CUSTOM_4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231000" y="3124025"/>
            <a:ext cx="268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6231000" y="4241250"/>
            <a:ext cx="275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2" name="Google Shape;112;p10"/>
          <p:cNvSpPr txBox="1"/>
          <p:nvPr>
            <p:ph idx="4" type="subTitle"/>
          </p:nvPr>
        </p:nvSpPr>
        <p:spPr>
          <a:xfrm>
            <a:off x="6231000" y="3897900"/>
            <a:ext cx="29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5" type="subTitle"/>
          </p:nvPr>
        </p:nvSpPr>
        <p:spPr>
          <a:xfrm>
            <a:off x="6231000" y="2780875"/>
            <a:ext cx="29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4" name="Google Shape;114;p10"/>
          <p:cNvSpPr txBox="1"/>
          <p:nvPr>
            <p:ph idx="6" type="subTitle"/>
          </p:nvPr>
        </p:nvSpPr>
        <p:spPr>
          <a:xfrm>
            <a:off x="6231000" y="1459700"/>
            <a:ext cx="29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5" name="Google Shape;115;p10"/>
          <p:cNvSpPr txBox="1"/>
          <p:nvPr>
            <p:ph idx="7" type="subTitle"/>
          </p:nvPr>
        </p:nvSpPr>
        <p:spPr>
          <a:xfrm>
            <a:off x="2872500" y="3328000"/>
            <a:ext cx="2834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7" name="Google Shape;117;p10"/>
          <p:cNvSpPr/>
          <p:nvPr>
            <p:ph idx="8" type="pic"/>
          </p:nvPr>
        </p:nvSpPr>
        <p:spPr>
          <a:xfrm>
            <a:off x="228450" y="1459775"/>
            <a:ext cx="2101200" cy="143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8" name="Google Shape;118;p10"/>
          <p:cNvSpPr txBox="1"/>
          <p:nvPr>
            <p:ph idx="9" type="subTitle"/>
          </p:nvPr>
        </p:nvSpPr>
        <p:spPr>
          <a:xfrm>
            <a:off x="228450" y="3052975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13" type="subTitle"/>
          </p:nvPr>
        </p:nvSpPr>
        <p:spPr>
          <a:xfrm>
            <a:off x="228450" y="3350375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0" name="Google Shape;120;p10"/>
          <p:cNvSpPr txBox="1"/>
          <p:nvPr>
            <p:ph idx="14" type="subTitle"/>
          </p:nvPr>
        </p:nvSpPr>
        <p:spPr>
          <a:xfrm>
            <a:off x="228450" y="3648065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1" name="Google Shape;121;p10"/>
          <p:cNvSpPr txBox="1"/>
          <p:nvPr>
            <p:ph idx="15" type="subTitle"/>
          </p:nvPr>
        </p:nvSpPr>
        <p:spPr>
          <a:xfrm>
            <a:off x="228450" y="3945765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2" name="Google Shape;122;p10"/>
          <p:cNvSpPr txBox="1"/>
          <p:nvPr>
            <p:ph idx="16" type="subTitle"/>
          </p:nvPr>
        </p:nvSpPr>
        <p:spPr>
          <a:xfrm>
            <a:off x="228450" y="4241899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3" name="Google Shape;123;p10"/>
          <p:cNvSpPr txBox="1"/>
          <p:nvPr>
            <p:ph idx="17" type="subTitle"/>
          </p:nvPr>
        </p:nvSpPr>
        <p:spPr>
          <a:xfrm>
            <a:off x="228450" y="4540679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4" name="Google Shape;124;p10"/>
          <p:cNvSpPr txBox="1"/>
          <p:nvPr>
            <p:ph idx="18" type="subTitle"/>
          </p:nvPr>
        </p:nvSpPr>
        <p:spPr>
          <a:xfrm>
            <a:off x="1275750" y="3052380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10"/>
          <p:cNvSpPr txBox="1"/>
          <p:nvPr>
            <p:ph idx="19" type="subTitle"/>
          </p:nvPr>
        </p:nvSpPr>
        <p:spPr>
          <a:xfrm>
            <a:off x="1275750" y="3349779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10"/>
          <p:cNvSpPr txBox="1"/>
          <p:nvPr>
            <p:ph idx="20" type="subTitle"/>
          </p:nvPr>
        </p:nvSpPr>
        <p:spPr>
          <a:xfrm>
            <a:off x="1275750" y="3647468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7" name="Google Shape;127;p10"/>
          <p:cNvSpPr txBox="1"/>
          <p:nvPr>
            <p:ph idx="21" type="subTitle"/>
          </p:nvPr>
        </p:nvSpPr>
        <p:spPr>
          <a:xfrm>
            <a:off x="1275750" y="3945167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8" name="Google Shape;128;p10"/>
          <p:cNvSpPr txBox="1"/>
          <p:nvPr>
            <p:ph idx="22" type="subTitle"/>
          </p:nvPr>
        </p:nvSpPr>
        <p:spPr>
          <a:xfrm>
            <a:off x="1275750" y="4241301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9" name="Google Shape;129;p10"/>
          <p:cNvSpPr txBox="1"/>
          <p:nvPr>
            <p:ph idx="23" type="subTitle"/>
          </p:nvPr>
        </p:nvSpPr>
        <p:spPr>
          <a:xfrm>
            <a:off x="1275750" y="4540080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24" type="subTitle"/>
          </p:nvPr>
        </p:nvSpPr>
        <p:spPr>
          <a:xfrm>
            <a:off x="2863000" y="1925972"/>
            <a:ext cx="2684400" cy="9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25" type="subTitle"/>
          </p:nvPr>
        </p:nvSpPr>
        <p:spPr>
          <a:xfrm>
            <a:off x="2863000" y="3668715"/>
            <a:ext cx="25605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1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10"/>
          <p:cNvSpPr txBox="1"/>
          <p:nvPr>
            <p:ph idx="26" type="subTitle"/>
          </p:nvPr>
        </p:nvSpPr>
        <p:spPr>
          <a:xfrm>
            <a:off x="6231000" y="1801500"/>
            <a:ext cx="13182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7" type="subTitle"/>
          </p:nvPr>
        </p:nvSpPr>
        <p:spPr>
          <a:xfrm>
            <a:off x="6231000" y="2190625"/>
            <a:ext cx="13182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28" type="subTitle"/>
          </p:nvPr>
        </p:nvSpPr>
        <p:spPr>
          <a:xfrm>
            <a:off x="7597200" y="2190625"/>
            <a:ext cx="13182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10"/>
          <p:cNvSpPr txBox="1"/>
          <p:nvPr>
            <p:ph idx="29" type="subTitle"/>
          </p:nvPr>
        </p:nvSpPr>
        <p:spPr>
          <a:xfrm>
            <a:off x="7597200" y="1801500"/>
            <a:ext cx="13182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2">
  <p:cSld name="CUSTOM_4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2857500" y="1803950"/>
            <a:ext cx="31320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39" name="Google Shape;139;p11"/>
          <p:cNvSpPr txBox="1"/>
          <p:nvPr>
            <p:ph idx="2" type="body"/>
          </p:nvPr>
        </p:nvSpPr>
        <p:spPr>
          <a:xfrm>
            <a:off x="232075" y="1803950"/>
            <a:ext cx="20949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11"/>
          <p:cNvSpPr txBox="1"/>
          <p:nvPr>
            <p:ph idx="3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11"/>
          <p:cNvSpPr txBox="1"/>
          <p:nvPr>
            <p:ph idx="4" type="subTitle"/>
          </p:nvPr>
        </p:nvSpPr>
        <p:spPr>
          <a:xfrm>
            <a:off x="232075" y="1461175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2" name="Google Shape;142;p11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5" type="subTitle"/>
          </p:nvPr>
        </p:nvSpPr>
        <p:spPr>
          <a:xfrm>
            <a:off x="235800" y="4357700"/>
            <a:ext cx="10083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4" name="Google Shape;144;p1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1"/>
          <p:cNvSpPr txBox="1"/>
          <p:nvPr>
            <p:ph idx="6" type="subTitle"/>
          </p:nvPr>
        </p:nvSpPr>
        <p:spPr>
          <a:xfrm>
            <a:off x="232075" y="2526010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7" type="subTitle"/>
          </p:nvPr>
        </p:nvSpPr>
        <p:spPr>
          <a:xfrm>
            <a:off x="232075" y="3993715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8" type="subTitle"/>
          </p:nvPr>
        </p:nvSpPr>
        <p:spPr>
          <a:xfrm>
            <a:off x="1324825" y="4357700"/>
            <a:ext cx="10083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9" type="subTitle"/>
          </p:nvPr>
        </p:nvSpPr>
        <p:spPr>
          <a:xfrm>
            <a:off x="230577" y="287730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13" type="subTitle"/>
          </p:nvPr>
        </p:nvSpPr>
        <p:spPr>
          <a:xfrm>
            <a:off x="230577" y="319595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14" type="subTitle"/>
          </p:nvPr>
        </p:nvSpPr>
        <p:spPr>
          <a:xfrm>
            <a:off x="230577" y="3514375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5" type="subTitle"/>
          </p:nvPr>
        </p:nvSpPr>
        <p:spPr>
          <a:xfrm>
            <a:off x="1330977" y="287730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6" type="subTitle"/>
          </p:nvPr>
        </p:nvSpPr>
        <p:spPr>
          <a:xfrm>
            <a:off x="1330977" y="319595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7" type="subTitle"/>
          </p:nvPr>
        </p:nvSpPr>
        <p:spPr>
          <a:xfrm>
            <a:off x="1330977" y="3514375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8" type="subTitle"/>
          </p:nvPr>
        </p:nvSpPr>
        <p:spPr>
          <a:xfrm>
            <a:off x="2857500" y="1461175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9" type="subTitle"/>
          </p:nvPr>
        </p:nvSpPr>
        <p:spPr>
          <a:xfrm>
            <a:off x="2857500" y="2526271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20" type="subTitle"/>
          </p:nvPr>
        </p:nvSpPr>
        <p:spPr>
          <a:xfrm>
            <a:off x="2857500" y="3992371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7" name="Google Shape;157;p11"/>
          <p:cNvSpPr txBox="1"/>
          <p:nvPr>
            <p:ph idx="21" type="subTitle"/>
          </p:nvPr>
        </p:nvSpPr>
        <p:spPr>
          <a:xfrm>
            <a:off x="2857502" y="287730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1"/>
          <p:cNvSpPr txBox="1"/>
          <p:nvPr>
            <p:ph idx="22" type="subTitle"/>
          </p:nvPr>
        </p:nvSpPr>
        <p:spPr>
          <a:xfrm>
            <a:off x="2857502" y="319595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9" name="Google Shape;159;p11"/>
          <p:cNvSpPr txBox="1"/>
          <p:nvPr>
            <p:ph idx="23" type="subTitle"/>
          </p:nvPr>
        </p:nvSpPr>
        <p:spPr>
          <a:xfrm>
            <a:off x="2857502" y="3514375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0" name="Google Shape;160;p11"/>
          <p:cNvSpPr txBox="1"/>
          <p:nvPr>
            <p:ph idx="24" type="subTitle"/>
          </p:nvPr>
        </p:nvSpPr>
        <p:spPr>
          <a:xfrm>
            <a:off x="6231050" y="1461175"/>
            <a:ext cx="26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5" type="subTitle"/>
          </p:nvPr>
        </p:nvSpPr>
        <p:spPr>
          <a:xfrm>
            <a:off x="6231050" y="3257297"/>
            <a:ext cx="26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2" name="Google Shape;162;p11"/>
          <p:cNvSpPr txBox="1"/>
          <p:nvPr>
            <p:ph idx="26" type="subTitle"/>
          </p:nvPr>
        </p:nvSpPr>
        <p:spPr>
          <a:xfrm>
            <a:off x="6231050" y="1803600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7" type="subTitle"/>
          </p:nvPr>
        </p:nvSpPr>
        <p:spPr>
          <a:xfrm>
            <a:off x="6231050" y="2056043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28" type="subTitle"/>
          </p:nvPr>
        </p:nvSpPr>
        <p:spPr>
          <a:xfrm>
            <a:off x="6231050" y="2308487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29" type="subTitle"/>
          </p:nvPr>
        </p:nvSpPr>
        <p:spPr>
          <a:xfrm>
            <a:off x="6231050" y="2560930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idx="30" type="subTitle"/>
          </p:nvPr>
        </p:nvSpPr>
        <p:spPr>
          <a:xfrm>
            <a:off x="6231050" y="2813374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nly">
  <p:cSld name="BLANK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0" name="Google Shape;170;p1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steps">
  <p:cSld name="BLANK_1_1_1_1_3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2" type="subTitle"/>
          </p:nvPr>
        </p:nvSpPr>
        <p:spPr>
          <a:xfrm>
            <a:off x="333888" y="3130382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3" type="subTitle"/>
          </p:nvPr>
        </p:nvSpPr>
        <p:spPr>
          <a:xfrm>
            <a:off x="2084963" y="3130382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4" type="subTitle"/>
          </p:nvPr>
        </p:nvSpPr>
        <p:spPr>
          <a:xfrm>
            <a:off x="3783713" y="3130382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5" type="subTitle"/>
          </p:nvPr>
        </p:nvSpPr>
        <p:spPr>
          <a:xfrm>
            <a:off x="7521925" y="3130382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7" name="Google Shape;177;p1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8" name="Google Shape;178;p13"/>
          <p:cNvSpPr txBox="1"/>
          <p:nvPr>
            <p:ph idx="6" type="subTitle"/>
          </p:nvPr>
        </p:nvSpPr>
        <p:spPr>
          <a:xfrm>
            <a:off x="228600" y="379327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9" name="Google Shape;179;p13"/>
          <p:cNvSpPr txBox="1"/>
          <p:nvPr>
            <p:ph idx="7" type="subTitle"/>
          </p:nvPr>
        </p:nvSpPr>
        <p:spPr>
          <a:xfrm>
            <a:off x="1979675" y="379327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0" name="Google Shape;180;p13"/>
          <p:cNvSpPr txBox="1"/>
          <p:nvPr>
            <p:ph idx="8" type="subTitle"/>
          </p:nvPr>
        </p:nvSpPr>
        <p:spPr>
          <a:xfrm>
            <a:off x="3678425" y="379327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1" name="Google Shape;181;p13"/>
          <p:cNvSpPr txBox="1"/>
          <p:nvPr>
            <p:ph idx="9" type="subTitle"/>
          </p:nvPr>
        </p:nvSpPr>
        <p:spPr>
          <a:xfrm>
            <a:off x="5554425" y="278952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2" name="Google Shape;182;p13"/>
          <p:cNvSpPr txBox="1"/>
          <p:nvPr>
            <p:ph idx="13" type="subTitle"/>
          </p:nvPr>
        </p:nvSpPr>
        <p:spPr>
          <a:xfrm>
            <a:off x="7416625" y="379327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idx="14" type="subTitle"/>
          </p:nvPr>
        </p:nvSpPr>
        <p:spPr>
          <a:xfrm>
            <a:off x="5659713" y="2324029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Forum"/>
              <a:buNone/>
              <a:defRPr sz="7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84" name="Google Shape;184;p1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CUSTOM_5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1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idx="2" type="body"/>
          </p:nvPr>
        </p:nvSpPr>
        <p:spPr>
          <a:xfrm>
            <a:off x="232375" y="2557050"/>
            <a:ext cx="21012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3" type="subTitle"/>
          </p:nvPr>
        </p:nvSpPr>
        <p:spPr>
          <a:xfrm>
            <a:off x="233650" y="2062800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0" name="Google Shape;190;p14"/>
          <p:cNvSpPr txBox="1"/>
          <p:nvPr>
            <p:ph idx="4" type="subTitle"/>
          </p:nvPr>
        </p:nvSpPr>
        <p:spPr>
          <a:xfrm>
            <a:off x="2423700" y="2064300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1" name="Google Shape;191;p14"/>
          <p:cNvSpPr txBox="1"/>
          <p:nvPr>
            <p:ph idx="5" type="subTitle"/>
          </p:nvPr>
        </p:nvSpPr>
        <p:spPr>
          <a:xfrm>
            <a:off x="4618800" y="2062800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2" name="Google Shape;192;p14"/>
          <p:cNvSpPr txBox="1"/>
          <p:nvPr>
            <p:ph idx="6" type="subTitle"/>
          </p:nvPr>
        </p:nvSpPr>
        <p:spPr>
          <a:xfrm>
            <a:off x="6813900" y="2062800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3" name="Google Shape;193;p14"/>
          <p:cNvSpPr txBox="1"/>
          <p:nvPr>
            <p:ph idx="7" type="body"/>
          </p:nvPr>
        </p:nvSpPr>
        <p:spPr>
          <a:xfrm>
            <a:off x="2423850" y="2557050"/>
            <a:ext cx="21012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4" name="Google Shape;194;p14"/>
          <p:cNvSpPr txBox="1"/>
          <p:nvPr>
            <p:ph idx="8" type="body"/>
          </p:nvPr>
        </p:nvSpPr>
        <p:spPr>
          <a:xfrm>
            <a:off x="4615325" y="2553000"/>
            <a:ext cx="21012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5" name="Google Shape;195;p14"/>
          <p:cNvSpPr txBox="1"/>
          <p:nvPr>
            <p:ph idx="9" type="body"/>
          </p:nvPr>
        </p:nvSpPr>
        <p:spPr>
          <a:xfrm>
            <a:off x="6806800" y="2553000"/>
            <a:ext cx="21012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6" name="Google Shape;196;p14"/>
          <p:cNvSpPr txBox="1"/>
          <p:nvPr>
            <p:ph idx="13" type="subTitle"/>
          </p:nvPr>
        </p:nvSpPr>
        <p:spPr>
          <a:xfrm>
            <a:off x="433925" y="3625550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7" name="Google Shape;197;p14"/>
          <p:cNvSpPr txBox="1"/>
          <p:nvPr>
            <p:ph idx="14" type="subTitle"/>
          </p:nvPr>
        </p:nvSpPr>
        <p:spPr>
          <a:xfrm>
            <a:off x="433925" y="404615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8" name="Google Shape;198;p14"/>
          <p:cNvSpPr txBox="1"/>
          <p:nvPr>
            <p:ph idx="15" type="subTitle"/>
          </p:nvPr>
        </p:nvSpPr>
        <p:spPr>
          <a:xfrm>
            <a:off x="433925" y="446401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9" name="Google Shape;199;p14"/>
          <p:cNvSpPr txBox="1"/>
          <p:nvPr>
            <p:ph idx="16" type="subTitle"/>
          </p:nvPr>
        </p:nvSpPr>
        <p:spPr>
          <a:xfrm>
            <a:off x="2629113" y="3625550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0" name="Google Shape;200;p14"/>
          <p:cNvSpPr txBox="1"/>
          <p:nvPr>
            <p:ph idx="17" type="subTitle"/>
          </p:nvPr>
        </p:nvSpPr>
        <p:spPr>
          <a:xfrm>
            <a:off x="2629113" y="404615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1" name="Google Shape;201;p14"/>
          <p:cNvSpPr txBox="1"/>
          <p:nvPr>
            <p:ph idx="18" type="subTitle"/>
          </p:nvPr>
        </p:nvSpPr>
        <p:spPr>
          <a:xfrm>
            <a:off x="2629113" y="446401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2" name="Google Shape;202;p14"/>
          <p:cNvSpPr txBox="1"/>
          <p:nvPr>
            <p:ph idx="19" type="subTitle"/>
          </p:nvPr>
        </p:nvSpPr>
        <p:spPr>
          <a:xfrm>
            <a:off x="4824313" y="3625550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3" name="Google Shape;203;p14"/>
          <p:cNvSpPr txBox="1"/>
          <p:nvPr>
            <p:ph idx="20" type="subTitle"/>
          </p:nvPr>
        </p:nvSpPr>
        <p:spPr>
          <a:xfrm>
            <a:off x="4824313" y="404615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4" name="Google Shape;204;p14"/>
          <p:cNvSpPr txBox="1"/>
          <p:nvPr>
            <p:ph idx="21" type="subTitle"/>
          </p:nvPr>
        </p:nvSpPr>
        <p:spPr>
          <a:xfrm>
            <a:off x="4824313" y="446401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2" type="subTitle"/>
          </p:nvPr>
        </p:nvSpPr>
        <p:spPr>
          <a:xfrm>
            <a:off x="7019513" y="3625550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23" type="subTitle"/>
          </p:nvPr>
        </p:nvSpPr>
        <p:spPr>
          <a:xfrm>
            <a:off x="7019513" y="404615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7" name="Google Shape;207;p14"/>
          <p:cNvSpPr txBox="1"/>
          <p:nvPr>
            <p:ph idx="24" type="subTitle"/>
          </p:nvPr>
        </p:nvSpPr>
        <p:spPr>
          <a:xfrm>
            <a:off x="7019513" y="446401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8" name="Google Shape;208;p1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209" name="Google Shape;209;p14"/>
          <p:cNvSpPr/>
          <p:nvPr>
            <p:ph idx="25" type="pic"/>
          </p:nvPr>
        </p:nvSpPr>
        <p:spPr>
          <a:xfrm>
            <a:off x="2286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0" name="Google Shape;210;p14"/>
          <p:cNvSpPr/>
          <p:nvPr>
            <p:ph idx="26" type="pic"/>
          </p:nvPr>
        </p:nvSpPr>
        <p:spPr>
          <a:xfrm>
            <a:off x="24237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1" name="Google Shape;211;p14"/>
          <p:cNvSpPr/>
          <p:nvPr>
            <p:ph idx="27" type="pic"/>
          </p:nvPr>
        </p:nvSpPr>
        <p:spPr>
          <a:xfrm>
            <a:off x="46188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2" name="Google Shape;212;p14"/>
          <p:cNvSpPr/>
          <p:nvPr>
            <p:ph idx="28" type="pic"/>
          </p:nvPr>
        </p:nvSpPr>
        <p:spPr>
          <a:xfrm>
            <a:off x="68139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deas w/ image">
  <p:cSld name="CUSTOM_5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/>
          <p:nvPr>
            <p:ph idx="2" type="pic"/>
          </p:nvPr>
        </p:nvSpPr>
        <p:spPr>
          <a:xfrm>
            <a:off x="3019625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5" name="Google Shape;215;p15"/>
          <p:cNvSpPr/>
          <p:nvPr>
            <p:ph idx="3" type="pic"/>
          </p:nvPr>
        </p:nvSpPr>
        <p:spPr>
          <a:xfrm>
            <a:off x="521346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6" name="Google Shape;216;p15"/>
          <p:cNvSpPr/>
          <p:nvPr>
            <p:ph idx="4" type="pic"/>
          </p:nvPr>
        </p:nvSpPr>
        <p:spPr>
          <a:xfrm>
            <a:off x="740731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7" name="Google Shape;217;p15"/>
          <p:cNvSpPr/>
          <p:nvPr>
            <p:ph idx="5" type="pic"/>
          </p:nvPr>
        </p:nvSpPr>
        <p:spPr>
          <a:xfrm>
            <a:off x="827050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8" name="Google Shape;218;p1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15"/>
          <p:cNvSpPr txBox="1"/>
          <p:nvPr>
            <p:ph idx="6" type="subTitle"/>
          </p:nvPr>
        </p:nvSpPr>
        <p:spPr>
          <a:xfrm>
            <a:off x="233650" y="1897511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0" name="Google Shape;220;p15"/>
          <p:cNvSpPr txBox="1"/>
          <p:nvPr>
            <p:ph idx="7" type="subTitle"/>
          </p:nvPr>
        </p:nvSpPr>
        <p:spPr>
          <a:xfrm>
            <a:off x="2423700" y="1897511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1" name="Google Shape;221;p15"/>
          <p:cNvSpPr txBox="1"/>
          <p:nvPr>
            <p:ph idx="8" type="subTitle"/>
          </p:nvPr>
        </p:nvSpPr>
        <p:spPr>
          <a:xfrm>
            <a:off x="4618800" y="1897511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2" name="Google Shape;222;p15"/>
          <p:cNvSpPr txBox="1"/>
          <p:nvPr>
            <p:ph idx="9" type="subTitle"/>
          </p:nvPr>
        </p:nvSpPr>
        <p:spPr>
          <a:xfrm>
            <a:off x="6813900" y="1897511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3" name="Google Shape;223;p1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224" name="Google Shape;224;p1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5"/>
          <p:cNvSpPr txBox="1"/>
          <p:nvPr>
            <p:ph idx="13" type="subTitle"/>
          </p:nvPr>
        </p:nvSpPr>
        <p:spPr>
          <a:xfrm>
            <a:off x="228600" y="2481621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14" type="subTitle"/>
          </p:nvPr>
        </p:nvSpPr>
        <p:spPr>
          <a:xfrm>
            <a:off x="228600" y="3169379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15" type="subTitle"/>
          </p:nvPr>
        </p:nvSpPr>
        <p:spPr>
          <a:xfrm>
            <a:off x="228600" y="3857113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16" type="subTitle"/>
          </p:nvPr>
        </p:nvSpPr>
        <p:spPr>
          <a:xfrm>
            <a:off x="228600" y="2692825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idx="17" type="subTitle"/>
          </p:nvPr>
        </p:nvSpPr>
        <p:spPr>
          <a:xfrm>
            <a:off x="228600" y="3380220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18" type="subTitle"/>
          </p:nvPr>
        </p:nvSpPr>
        <p:spPr>
          <a:xfrm>
            <a:off x="228600" y="4068356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19" type="subTitle"/>
          </p:nvPr>
        </p:nvSpPr>
        <p:spPr>
          <a:xfrm>
            <a:off x="2423700" y="2481621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20" type="subTitle"/>
          </p:nvPr>
        </p:nvSpPr>
        <p:spPr>
          <a:xfrm>
            <a:off x="2423700" y="3169379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21" type="subTitle"/>
          </p:nvPr>
        </p:nvSpPr>
        <p:spPr>
          <a:xfrm>
            <a:off x="2423700" y="3857113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22" type="subTitle"/>
          </p:nvPr>
        </p:nvSpPr>
        <p:spPr>
          <a:xfrm>
            <a:off x="2423700" y="2692825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23" type="subTitle"/>
          </p:nvPr>
        </p:nvSpPr>
        <p:spPr>
          <a:xfrm>
            <a:off x="2423700" y="3380220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24" type="subTitle"/>
          </p:nvPr>
        </p:nvSpPr>
        <p:spPr>
          <a:xfrm>
            <a:off x="2423700" y="4068356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25" type="subTitle"/>
          </p:nvPr>
        </p:nvSpPr>
        <p:spPr>
          <a:xfrm>
            <a:off x="4618800" y="2481621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26" type="subTitle"/>
          </p:nvPr>
        </p:nvSpPr>
        <p:spPr>
          <a:xfrm>
            <a:off x="4618800" y="3169379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27" type="subTitle"/>
          </p:nvPr>
        </p:nvSpPr>
        <p:spPr>
          <a:xfrm>
            <a:off x="4618800" y="3857113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28" type="subTitle"/>
          </p:nvPr>
        </p:nvSpPr>
        <p:spPr>
          <a:xfrm>
            <a:off x="4618800" y="2692825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29" type="subTitle"/>
          </p:nvPr>
        </p:nvSpPr>
        <p:spPr>
          <a:xfrm>
            <a:off x="4618800" y="3380220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idx="30" type="subTitle"/>
          </p:nvPr>
        </p:nvSpPr>
        <p:spPr>
          <a:xfrm>
            <a:off x="4618800" y="4068356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3" name="Google Shape;243;p15"/>
          <p:cNvSpPr txBox="1"/>
          <p:nvPr>
            <p:ph idx="31" type="subTitle"/>
          </p:nvPr>
        </p:nvSpPr>
        <p:spPr>
          <a:xfrm>
            <a:off x="6815568" y="2481621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15"/>
          <p:cNvSpPr txBox="1"/>
          <p:nvPr>
            <p:ph idx="32" type="subTitle"/>
          </p:nvPr>
        </p:nvSpPr>
        <p:spPr>
          <a:xfrm>
            <a:off x="6815568" y="3169379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33" type="subTitle"/>
          </p:nvPr>
        </p:nvSpPr>
        <p:spPr>
          <a:xfrm>
            <a:off x="6815568" y="3857113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34" type="subTitle"/>
          </p:nvPr>
        </p:nvSpPr>
        <p:spPr>
          <a:xfrm>
            <a:off x="6815568" y="2692825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7" name="Google Shape;247;p15"/>
          <p:cNvSpPr txBox="1"/>
          <p:nvPr>
            <p:ph idx="35" type="subTitle"/>
          </p:nvPr>
        </p:nvSpPr>
        <p:spPr>
          <a:xfrm>
            <a:off x="6815568" y="3380220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8" name="Google Shape;248;p15"/>
          <p:cNvSpPr txBox="1"/>
          <p:nvPr>
            <p:ph idx="36" type="subTitle"/>
          </p:nvPr>
        </p:nvSpPr>
        <p:spPr>
          <a:xfrm>
            <a:off x="6815568" y="4068356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itle only">
  <p:cSld name="BLANK_1_1_1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251" name="Google Shape;251;p1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">
  <p:cSld name="BLANK_1_1_1_1_1_1"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5" name="Google Shape;255;p17"/>
          <p:cNvSpPr/>
          <p:nvPr>
            <p:ph idx="2" type="pic"/>
          </p:nvPr>
        </p:nvSpPr>
        <p:spPr>
          <a:xfrm>
            <a:off x="1407350" y="1446450"/>
            <a:ext cx="1500300" cy="71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6" name="Google Shape;256;p17"/>
          <p:cNvSpPr txBox="1"/>
          <p:nvPr>
            <p:ph type="title"/>
          </p:nvPr>
        </p:nvSpPr>
        <p:spPr>
          <a:xfrm>
            <a:off x="1028550" y="2023325"/>
            <a:ext cx="7180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sp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7" name="Google Shape;257;p17"/>
          <p:cNvSpPr/>
          <p:nvPr>
            <p:ph idx="3" type="pic"/>
          </p:nvPr>
        </p:nvSpPr>
        <p:spPr>
          <a:xfrm>
            <a:off x="5316900" y="3181200"/>
            <a:ext cx="763800" cy="763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_1_1_1_1_1_2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2" name="Google Shape;262;p18"/>
          <p:cNvSpPr txBox="1"/>
          <p:nvPr>
            <p:ph idx="2" type="subTitle"/>
          </p:nvPr>
        </p:nvSpPr>
        <p:spPr>
          <a:xfrm>
            <a:off x="228675" y="2704139"/>
            <a:ext cx="2834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3" name="Google Shape;263;p18"/>
          <p:cNvSpPr txBox="1"/>
          <p:nvPr>
            <p:ph idx="3" type="body"/>
          </p:nvPr>
        </p:nvSpPr>
        <p:spPr>
          <a:xfrm>
            <a:off x="761025" y="3339980"/>
            <a:ext cx="1770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18"/>
          <p:cNvSpPr txBox="1"/>
          <p:nvPr>
            <p:ph idx="4" type="subTitle"/>
          </p:nvPr>
        </p:nvSpPr>
        <p:spPr>
          <a:xfrm>
            <a:off x="3154650" y="2704139"/>
            <a:ext cx="2834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18"/>
          <p:cNvSpPr txBox="1"/>
          <p:nvPr>
            <p:ph idx="5" type="body"/>
          </p:nvPr>
        </p:nvSpPr>
        <p:spPr>
          <a:xfrm>
            <a:off x="3687000" y="3339980"/>
            <a:ext cx="1770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6" name="Google Shape;266;p18"/>
          <p:cNvSpPr txBox="1"/>
          <p:nvPr>
            <p:ph idx="6" type="subTitle"/>
          </p:nvPr>
        </p:nvSpPr>
        <p:spPr>
          <a:xfrm>
            <a:off x="6080625" y="2704139"/>
            <a:ext cx="2834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7" name="Google Shape;267;p18"/>
          <p:cNvSpPr txBox="1"/>
          <p:nvPr>
            <p:ph idx="7" type="body"/>
          </p:nvPr>
        </p:nvSpPr>
        <p:spPr>
          <a:xfrm>
            <a:off x="6612975" y="3339980"/>
            <a:ext cx="1770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8" name="Google Shape;268;p18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0" y="0"/>
            <a:ext cx="2423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72" name="Google Shape;272;p1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3" name="Google Shape;273;p19"/>
          <p:cNvSpPr/>
          <p:nvPr>
            <p:ph idx="2" type="pic"/>
          </p:nvPr>
        </p:nvSpPr>
        <p:spPr>
          <a:xfrm>
            <a:off x="232825" y="457275"/>
            <a:ext cx="1966500" cy="1572900"/>
          </a:xfrm>
          <a:prstGeom prst="roundRect">
            <a:avLst>
              <a:gd fmla="val 20306" name="adj"/>
            </a:avLst>
          </a:prstGeom>
          <a:noFill/>
          <a:ln>
            <a:noFill/>
          </a:ln>
        </p:spPr>
      </p:sp>
      <p:sp>
        <p:nvSpPr>
          <p:cNvPr id="274" name="Google Shape;274;p19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5" name="Google Shape;275;p19"/>
          <p:cNvSpPr txBox="1"/>
          <p:nvPr>
            <p:ph idx="3" type="title"/>
          </p:nvPr>
        </p:nvSpPr>
        <p:spPr>
          <a:xfrm>
            <a:off x="3063300" y="457123"/>
            <a:ext cx="5852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276" name="Google Shape;276;p19"/>
          <p:cNvSpPr txBox="1"/>
          <p:nvPr>
            <p:ph idx="4" type="subTitle"/>
          </p:nvPr>
        </p:nvSpPr>
        <p:spPr>
          <a:xfrm>
            <a:off x="7160650" y="3105434"/>
            <a:ext cx="1754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7" name="Google Shape;277;p19"/>
          <p:cNvSpPr txBox="1"/>
          <p:nvPr>
            <p:ph idx="5" type="body"/>
          </p:nvPr>
        </p:nvSpPr>
        <p:spPr>
          <a:xfrm>
            <a:off x="7160650" y="3664400"/>
            <a:ext cx="15720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78" name="Google Shape;278;p19"/>
          <p:cNvSpPr txBox="1"/>
          <p:nvPr>
            <p:ph idx="6" type="subTitle"/>
          </p:nvPr>
        </p:nvSpPr>
        <p:spPr>
          <a:xfrm>
            <a:off x="5056850" y="3105434"/>
            <a:ext cx="1572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9" name="Google Shape;279;p19"/>
          <p:cNvSpPr txBox="1"/>
          <p:nvPr>
            <p:ph idx="7" type="body"/>
          </p:nvPr>
        </p:nvSpPr>
        <p:spPr>
          <a:xfrm>
            <a:off x="5056850" y="3664400"/>
            <a:ext cx="15720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19"/>
          <p:cNvSpPr txBox="1"/>
          <p:nvPr>
            <p:ph idx="8" type="subTitle"/>
          </p:nvPr>
        </p:nvSpPr>
        <p:spPr>
          <a:xfrm>
            <a:off x="3141475" y="3105434"/>
            <a:ext cx="1572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1" name="Google Shape;281;p19"/>
          <p:cNvSpPr txBox="1"/>
          <p:nvPr>
            <p:ph idx="9" type="body"/>
          </p:nvPr>
        </p:nvSpPr>
        <p:spPr>
          <a:xfrm>
            <a:off x="3141475" y="3664400"/>
            <a:ext cx="15720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82" name="Google Shape;282;p19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3">
  <p:cSld name="BLANK_1_1_1_1_1_1_1_1_1_1_1">
    <p:bg>
      <p:bgPr>
        <a:solidFill>
          <a:schemeClr val="dk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2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6" name="Google Shape;286;p20"/>
          <p:cNvSpPr txBox="1"/>
          <p:nvPr>
            <p:ph idx="2" type="subTitle"/>
          </p:nvPr>
        </p:nvSpPr>
        <p:spPr>
          <a:xfrm>
            <a:off x="6080700" y="455543"/>
            <a:ext cx="3212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7" name="Google Shape;287;p20"/>
          <p:cNvSpPr txBox="1"/>
          <p:nvPr>
            <p:ph type="title"/>
          </p:nvPr>
        </p:nvSpPr>
        <p:spPr>
          <a:xfrm>
            <a:off x="228600" y="372496"/>
            <a:ext cx="34851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8" name="Google Shape;288;p20"/>
          <p:cNvSpPr txBox="1"/>
          <p:nvPr>
            <p:ph idx="3" type="subTitle"/>
          </p:nvPr>
        </p:nvSpPr>
        <p:spPr>
          <a:xfrm>
            <a:off x="6080700" y="1603994"/>
            <a:ext cx="3212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9" name="Google Shape;289;p20"/>
          <p:cNvSpPr txBox="1"/>
          <p:nvPr>
            <p:ph idx="4" type="subTitle"/>
          </p:nvPr>
        </p:nvSpPr>
        <p:spPr>
          <a:xfrm>
            <a:off x="6080700" y="2743467"/>
            <a:ext cx="3212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0" name="Google Shape;290;p20"/>
          <p:cNvSpPr txBox="1"/>
          <p:nvPr>
            <p:ph idx="5" type="subTitle"/>
          </p:nvPr>
        </p:nvSpPr>
        <p:spPr>
          <a:xfrm>
            <a:off x="6080700" y="3943349"/>
            <a:ext cx="3212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1_1_1_1_1_1_1_1">
    <p:bg>
      <p:bgPr>
        <a:solidFill>
          <a:schemeClr val="accen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93" name="Google Shape;293;p21"/>
          <p:cNvSpPr/>
          <p:nvPr>
            <p:ph idx="2" type="pic"/>
          </p:nvPr>
        </p:nvSpPr>
        <p:spPr>
          <a:xfrm>
            <a:off x="5032050" y="460300"/>
            <a:ext cx="3783900" cy="4223400"/>
          </a:xfrm>
          <a:prstGeom prst="roundRect">
            <a:avLst>
              <a:gd fmla="val 10497" name="adj"/>
            </a:avLst>
          </a:prstGeom>
          <a:noFill/>
          <a:ln>
            <a:noFill/>
          </a:ln>
        </p:spPr>
      </p:sp>
      <p:sp>
        <p:nvSpPr>
          <p:cNvPr id="294" name="Google Shape;294;p21"/>
          <p:cNvSpPr txBox="1"/>
          <p:nvPr>
            <p:ph type="title"/>
          </p:nvPr>
        </p:nvSpPr>
        <p:spPr>
          <a:xfrm>
            <a:off x="228600" y="408042"/>
            <a:ext cx="40296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5" name="Google Shape;295;p21"/>
          <p:cNvSpPr txBox="1"/>
          <p:nvPr>
            <p:ph idx="1" type="subTitle"/>
          </p:nvPr>
        </p:nvSpPr>
        <p:spPr>
          <a:xfrm>
            <a:off x="811200" y="3337800"/>
            <a:ext cx="29325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6" name="Google Shape;296;p2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ink">
  <p:cSld name="CUSTOM_1">
    <p:bg>
      <p:bgPr>
        <a:solidFill>
          <a:schemeClr val="accen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2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0" name="Google Shape;300;p22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2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2" name="Google Shape;302;p2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3" name="Google Shape;303;p22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4" name="Google Shape;304;p22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5" name="Google Shape;305;p22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6" name="Google Shape;306;p2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yellow">
  <p:cSld name="CUSTOM_1_1">
    <p:bg>
      <p:bgPr>
        <a:solidFill>
          <a:schemeClr val="accen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9" name="Google Shape;309;p2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310" name="Google Shape;310;p23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1" name="Google Shape;311;p23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2" name="Google Shape;312;p23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3" name="Google Shape;313;p23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4" name="Google Shape;314;p23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5" name="Google Shape;315;p2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6" name="Google Shape;316;p2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urple">
  <p:cSld name="CUSTOM_1_1_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9" name="Google Shape;319;p2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320" name="Google Shape;320;p24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1" name="Google Shape;321;p24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2" name="Google Shape;322;p24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3" name="Google Shape;323;p24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4" name="Google Shape;324;p24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5" name="Google Shape;325;p24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6" name="Google Shape;326;p2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">
  <p:cSld name="CUSTOM_1_1_1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330" name="Google Shape;330;p25"/>
          <p:cNvSpPr txBox="1"/>
          <p:nvPr>
            <p:ph idx="2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3" name="Google Shape;333;p2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7_1_1_1_1_1_1_1_1_1_1_1_1_1_1_1_1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p2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7" name="Google Shape;337;p26"/>
          <p:cNvSpPr txBox="1"/>
          <p:nvPr>
            <p:ph idx="2" type="subTitle"/>
          </p:nvPr>
        </p:nvSpPr>
        <p:spPr>
          <a:xfrm>
            <a:off x="4328700" y="392448"/>
            <a:ext cx="1526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8" name="Google Shape;338;p26"/>
          <p:cNvSpPr txBox="1"/>
          <p:nvPr>
            <p:ph idx="3" type="subTitle"/>
          </p:nvPr>
        </p:nvSpPr>
        <p:spPr>
          <a:xfrm>
            <a:off x="5987725" y="499551"/>
            <a:ext cx="2926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9" name="Google Shape;339;p26"/>
          <p:cNvSpPr txBox="1"/>
          <p:nvPr>
            <p:ph idx="4" type="subTitle"/>
          </p:nvPr>
        </p:nvSpPr>
        <p:spPr>
          <a:xfrm>
            <a:off x="4328700" y="1620445"/>
            <a:ext cx="1526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5" type="subTitle"/>
          </p:nvPr>
        </p:nvSpPr>
        <p:spPr>
          <a:xfrm>
            <a:off x="5987725" y="1727550"/>
            <a:ext cx="2926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1" name="Google Shape;341;p26"/>
          <p:cNvSpPr txBox="1"/>
          <p:nvPr>
            <p:ph idx="6" type="subTitle"/>
          </p:nvPr>
        </p:nvSpPr>
        <p:spPr>
          <a:xfrm>
            <a:off x="4328700" y="2850106"/>
            <a:ext cx="1526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2" name="Google Shape;342;p26"/>
          <p:cNvSpPr txBox="1"/>
          <p:nvPr>
            <p:ph idx="7" type="subTitle"/>
          </p:nvPr>
        </p:nvSpPr>
        <p:spPr>
          <a:xfrm>
            <a:off x="5987725" y="2957203"/>
            <a:ext cx="2926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3" name="Google Shape;343;p26"/>
          <p:cNvSpPr txBox="1"/>
          <p:nvPr>
            <p:ph idx="8" type="subTitle"/>
          </p:nvPr>
        </p:nvSpPr>
        <p:spPr>
          <a:xfrm>
            <a:off x="4328700" y="4077970"/>
            <a:ext cx="1526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9" type="subTitle"/>
          </p:nvPr>
        </p:nvSpPr>
        <p:spPr>
          <a:xfrm>
            <a:off x="5987725" y="4185076"/>
            <a:ext cx="2926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5" name="Google Shape;345;p26"/>
          <p:cNvSpPr txBox="1"/>
          <p:nvPr>
            <p:ph type="title"/>
          </p:nvPr>
        </p:nvSpPr>
        <p:spPr>
          <a:xfrm>
            <a:off x="228600" y="460100"/>
            <a:ext cx="2834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2">
    <p:bg>
      <p:bgPr>
        <a:solidFill>
          <a:schemeClr val="dk2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48" name="Google Shape;348;p27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349" name="Google Shape;349;p27"/>
          <p:cNvSpPr txBox="1"/>
          <p:nvPr>
            <p:ph idx="1" type="subTitle"/>
          </p:nvPr>
        </p:nvSpPr>
        <p:spPr>
          <a:xfrm>
            <a:off x="4994900" y="457200"/>
            <a:ext cx="39204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2" name="Google Shape;352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1" name="Google Shape;37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2" name="Google Shape;37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77" name="Google Shape;377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3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3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3" name="Google Shape;383;p3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3" name="Google Shape;393;p4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4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4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0" name="Google Shape;400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1" name="Google Shape;401;p4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4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4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7" name="Google Shape;407;p4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8" name="Google Shape;408;p4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4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4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4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4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5" name="Google Shape;425;p4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8" name="Google Shape;428;p4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1" name="Google Shape;431;p4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4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5" name="Google Shape;435;p4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6" name="Google Shape;436;p4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4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p4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4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 References">
  <p:cSld name="CUSTOM_15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5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5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5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5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5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5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5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5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5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5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5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5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5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5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5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50"/>
          <p:cNvSpPr/>
          <p:nvPr>
            <p:ph idx="2" type="pic"/>
          </p:nvPr>
        </p:nvSpPr>
        <p:spPr>
          <a:xfrm>
            <a:off x="6423338" y="4929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0"/>
          <p:cNvSpPr/>
          <p:nvPr>
            <p:ph idx="3" type="pic"/>
          </p:nvPr>
        </p:nvSpPr>
        <p:spPr>
          <a:xfrm>
            <a:off x="6423338" y="13666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0"/>
          <p:cNvSpPr/>
          <p:nvPr>
            <p:ph idx="4" type="pic"/>
          </p:nvPr>
        </p:nvSpPr>
        <p:spPr>
          <a:xfrm>
            <a:off x="6423338" y="2240275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0"/>
          <p:cNvSpPr txBox="1"/>
          <p:nvPr>
            <p:ph idx="1" type="subTitle"/>
          </p:nvPr>
        </p:nvSpPr>
        <p:spPr>
          <a:xfrm>
            <a:off x="6845750" y="1211800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5" name="Google Shape;475;p50"/>
          <p:cNvSpPr txBox="1"/>
          <p:nvPr>
            <p:ph idx="5" type="subTitle"/>
          </p:nvPr>
        </p:nvSpPr>
        <p:spPr>
          <a:xfrm>
            <a:off x="6845750" y="2085475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6" name="Google Shape;476;p50"/>
          <p:cNvSpPr txBox="1"/>
          <p:nvPr>
            <p:ph idx="6" type="subTitle"/>
          </p:nvPr>
        </p:nvSpPr>
        <p:spPr>
          <a:xfrm>
            <a:off x="6845750" y="2959150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7" name="Google Shape;477;p50"/>
          <p:cNvSpPr txBox="1"/>
          <p:nvPr>
            <p:ph idx="7" type="subTitle"/>
          </p:nvPr>
        </p:nvSpPr>
        <p:spPr>
          <a:xfrm>
            <a:off x="6845750" y="3832825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8" name="Google Shape;478;p50"/>
          <p:cNvSpPr/>
          <p:nvPr>
            <p:ph idx="8" type="pic"/>
          </p:nvPr>
        </p:nvSpPr>
        <p:spPr>
          <a:xfrm>
            <a:off x="6423338" y="3113938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50"/>
          <p:cNvSpPr txBox="1"/>
          <p:nvPr>
            <p:ph idx="9" type="subTitle"/>
          </p:nvPr>
        </p:nvSpPr>
        <p:spPr>
          <a:xfrm>
            <a:off x="6845750" y="338125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0" name="Google Shape;480;p50"/>
          <p:cNvSpPr/>
          <p:nvPr>
            <p:ph idx="13" type="pic"/>
          </p:nvPr>
        </p:nvSpPr>
        <p:spPr>
          <a:xfrm>
            <a:off x="6423338" y="3987613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50"/>
          <p:cNvSpPr txBox="1"/>
          <p:nvPr>
            <p:ph type="title"/>
          </p:nvPr>
        </p:nvSpPr>
        <p:spPr>
          <a:xfrm>
            <a:off x="208839" y="3853175"/>
            <a:ext cx="30156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2" name="Google Shape;482;p50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3" name="Google Shape;483;p50"/>
          <p:cNvSpPr txBox="1"/>
          <p:nvPr>
            <p:ph idx="1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2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HEADER_1">
    <p:bg>
      <p:bgPr>
        <a:solidFill>
          <a:schemeClr val="lt1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2"/>
          <p:cNvSpPr txBox="1"/>
          <p:nvPr>
            <p:ph type="title"/>
          </p:nvPr>
        </p:nvSpPr>
        <p:spPr>
          <a:xfrm>
            <a:off x="250503" y="801575"/>
            <a:ext cx="86433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487" name="Google Shape;487;p52"/>
          <p:cNvSpPr txBox="1"/>
          <p:nvPr>
            <p:ph idx="1" type="subTitle"/>
          </p:nvPr>
        </p:nvSpPr>
        <p:spPr>
          <a:xfrm>
            <a:off x="1377400" y="2116150"/>
            <a:ext cx="63894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3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3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53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91" name="Google Shape;491;p53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2" name="Google Shape;492;p53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93" name="Google Shape;493;p53"/>
          <p:cNvSpPr txBox="1"/>
          <p:nvPr>
            <p:ph idx="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4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5" name="Google Shape;495;p54"/>
          <p:cNvCxnSpPr/>
          <p:nvPr/>
        </p:nvCxnSpPr>
        <p:spPr>
          <a:xfrm rot="10800000">
            <a:off x="-3050" y="190232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p54"/>
          <p:cNvSpPr/>
          <p:nvPr/>
        </p:nvSpPr>
        <p:spPr>
          <a:xfrm flipH="1">
            <a:off x="801715" y="14828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" name="Google Shape;497;p54"/>
          <p:cNvCxnSpPr/>
          <p:nvPr/>
        </p:nvCxnSpPr>
        <p:spPr>
          <a:xfrm rot="10800000">
            <a:off x="-2925" y="25333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p54"/>
          <p:cNvSpPr/>
          <p:nvPr/>
        </p:nvSpPr>
        <p:spPr>
          <a:xfrm flipH="1">
            <a:off x="801877" y="2113874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9" name="Google Shape;499;p54"/>
          <p:cNvCxnSpPr/>
          <p:nvPr/>
        </p:nvCxnSpPr>
        <p:spPr>
          <a:xfrm rot="10800000">
            <a:off x="-2925" y="3164654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54"/>
          <p:cNvSpPr/>
          <p:nvPr/>
        </p:nvSpPr>
        <p:spPr>
          <a:xfrm flipH="1">
            <a:off x="801877" y="2745153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1" name="Google Shape;501;p54"/>
          <p:cNvCxnSpPr/>
          <p:nvPr/>
        </p:nvCxnSpPr>
        <p:spPr>
          <a:xfrm rot="10800000">
            <a:off x="-2925" y="38030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54"/>
          <p:cNvSpPr/>
          <p:nvPr/>
        </p:nvSpPr>
        <p:spPr>
          <a:xfrm flipH="1">
            <a:off x="801877" y="3383498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3" name="Google Shape;503;p54"/>
          <p:cNvCxnSpPr/>
          <p:nvPr/>
        </p:nvCxnSpPr>
        <p:spPr>
          <a:xfrm rot="10800000">
            <a:off x="-3050" y="44375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54"/>
          <p:cNvSpPr/>
          <p:nvPr/>
        </p:nvSpPr>
        <p:spPr>
          <a:xfrm flipH="1">
            <a:off x="801715" y="40180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54"/>
          <p:cNvSpPr txBox="1"/>
          <p:nvPr>
            <p:ph idx="1" type="subTitle"/>
          </p:nvPr>
        </p:nvSpPr>
        <p:spPr>
          <a:xfrm>
            <a:off x="314425" y="180775"/>
            <a:ext cx="21075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6" name="Google Shape;506;p54"/>
          <p:cNvSpPr txBox="1"/>
          <p:nvPr>
            <p:ph idx="2" type="subTitle"/>
          </p:nvPr>
        </p:nvSpPr>
        <p:spPr>
          <a:xfrm>
            <a:off x="802850" y="1483850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7" name="Google Shape;507;p54"/>
          <p:cNvSpPr txBox="1"/>
          <p:nvPr>
            <p:ph idx="3" type="body"/>
          </p:nvPr>
        </p:nvSpPr>
        <p:spPr>
          <a:xfrm>
            <a:off x="4057850" y="1887650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08" name="Google Shape;508;p54"/>
          <p:cNvSpPr txBox="1"/>
          <p:nvPr>
            <p:ph idx="4" type="body"/>
          </p:nvPr>
        </p:nvSpPr>
        <p:spPr>
          <a:xfrm>
            <a:off x="4057850" y="2522313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9" name="Google Shape;509;p54"/>
          <p:cNvSpPr txBox="1"/>
          <p:nvPr>
            <p:ph idx="5" type="body"/>
          </p:nvPr>
        </p:nvSpPr>
        <p:spPr>
          <a:xfrm>
            <a:off x="4057850" y="31556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0" name="Google Shape;510;p54"/>
          <p:cNvSpPr txBox="1"/>
          <p:nvPr>
            <p:ph idx="6" type="body"/>
          </p:nvPr>
        </p:nvSpPr>
        <p:spPr>
          <a:xfrm>
            <a:off x="4057850" y="37883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1" name="Google Shape;511;p54"/>
          <p:cNvSpPr txBox="1"/>
          <p:nvPr>
            <p:ph idx="7" type="body"/>
          </p:nvPr>
        </p:nvSpPr>
        <p:spPr>
          <a:xfrm>
            <a:off x="4057850" y="44210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2" name="Google Shape;512;p54"/>
          <p:cNvSpPr txBox="1"/>
          <p:nvPr>
            <p:ph idx="8" type="subTitle"/>
          </p:nvPr>
        </p:nvSpPr>
        <p:spPr>
          <a:xfrm>
            <a:off x="801725" y="2114000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3" name="Google Shape;513;p54"/>
          <p:cNvSpPr txBox="1"/>
          <p:nvPr>
            <p:ph idx="9" type="subTitle"/>
          </p:nvPr>
        </p:nvSpPr>
        <p:spPr>
          <a:xfrm>
            <a:off x="801725" y="2748175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4" name="Google Shape;514;p54"/>
          <p:cNvSpPr txBox="1"/>
          <p:nvPr>
            <p:ph idx="13" type="subTitle"/>
          </p:nvPr>
        </p:nvSpPr>
        <p:spPr>
          <a:xfrm>
            <a:off x="802850" y="3383150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5" name="Google Shape;515;p54"/>
          <p:cNvSpPr txBox="1"/>
          <p:nvPr>
            <p:ph idx="14" type="subTitle"/>
          </p:nvPr>
        </p:nvSpPr>
        <p:spPr>
          <a:xfrm>
            <a:off x="802850" y="4018825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6" name="Google Shape;516;p54"/>
          <p:cNvSpPr txBox="1"/>
          <p:nvPr>
            <p:ph type="title"/>
          </p:nvPr>
        </p:nvSpPr>
        <p:spPr>
          <a:xfrm>
            <a:off x="1976370" y="180775"/>
            <a:ext cx="86859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">
  <p:cSld name="CUSTOM_16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5"/>
          <p:cNvSpPr/>
          <p:nvPr>
            <p:ph idx="2" type="pic"/>
          </p:nvPr>
        </p:nvSpPr>
        <p:spPr>
          <a:xfrm>
            <a:off x="2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9" name="Google Shape;519;p55"/>
          <p:cNvSpPr/>
          <p:nvPr>
            <p:ph idx="3" type="pic"/>
          </p:nvPr>
        </p:nvSpPr>
        <p:spPr>
          <a:xfrm>
            <a:off x="4802975" y="4532150"/>
            <a:ext cx="398700" cy="265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20" name="Google Shape;520;p55"/>
          <p:cNvSpPr txBox="1"/>
          <p:nvPr>
            <p:ph type="title"/>
          </p:nvPr>
        </p:nvSpPr>
        <p:spPr>
          <a:xfrm>
            <a:off x="1338275" y="351050"/>
            <a:ext cx="36957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21" name="Google Shape;521;p55"/>
          <p:cNvSpPr txBox="1"/>
          <p:nvPr>
            <p:ph idx="1" type="subTitle"/>
          </p:nvPr>
        </p:nvSpPr>
        <p:spPr>
          <a:xfrm>
            <a:off x="327600" y="2692400"/>
            <a:ext cx="52587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2" name="Google Shape;522;p55"/>
          <p:cNvSpPr txBox="1"/>
          <p:nvPr>
            <p:ph idx="4" type="body"/>
          </p:nvPr>
        </p:nvSpPr>
        <p:spPr>
          <a:xfrm>
            <a:off x="403800" y="3110900"/>
            <a:ext cx="51093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 Overview">
  <p:cSld name="CUSTOM_17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6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56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6" name="Google Shape;526;p56"/>
          <p:cNvSpPr txBox="1"/>
          <p:nvPr>
            <p:ph idx="3" type="subTitle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27" name="Google Shape;527;p56"/>
          <p:cNvSpPr txBox="1"/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gredients Equipment Timing">
  <p:cSld name="CUSTOM_18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7"/>
          <p:cNvSpPr txBox="1"/>
          <p:nvPr/>
        </p:nvSpPr>
        <p:spPr>
          <a:xfrm>
            <a:off x="4938475" y="347150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0" name="Google Shape;530;p57"/>
          <p:cNvSpPr txBox="1"/>
          <p:nvPr/>
        </p:nvSpPr>
        <p:spPr>
          <a:xfrm>
            <a:off x="4938475" y="380379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1" name="Google Shape;531;p57"/>
          <p:cNvSpPr txBox="1"/>
          <p:nvPr/>
        </p:nvSpPr>
        <p:spPr>
          <a:xfrm>
            <a:off x="4938475" y="411929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2" name="Google Shape;532;p57"/>
          <p:cNvSpPr txBox="1"/>
          <p:nvPr/>
        </p:nvSpPr>
        <p:spPr>
          <a:xfrm>
            <a:off x="4938475" y="445158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3" name="Google Shape;533;p57"/>
          <p:cNvSpPr txBox="1"/>
          <p:nvPr/>
        </p:nvSpPr>
        <p:spPr>
          <a:xfrm>
            <a:off x="7121346" y="4119301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4" name="Google Shape;534;p57"/>
          <p:cNvSpPr txBox="1"/>
          <p:nvPr/>
        </p:nvSpPr>
        <p:spPr>
          <a:xfrm>
            <a:off x="7121346" y="4451589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535" name="Google Shape;535;p57"/>
          <p:cNvCxnSpPr/>
          <p:nvPr/>
        </p:nvCxnSpPr>
        <p:spPr>
          <a:xfrm rot="10800000">
            <a:off x="4699500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57"/>
          <p:cNvCxnSpPr/>
          <p:nvPr/>
        </p:nvCxnSpPr>
        <p:spPr>
          <a:xfrm rot="10800000">
            <a:off x="6872275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57"/>
          <p:cNvCxnSpPr/>
          <p:nvPr/>
        </p:nvCxnSpPr>
        <p:spPr>
          <a:xfrm>
            <a:off x="2488425" y="1300175"/>
            <a:ext cx="63471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57"/>
          <p:cNvSpPr txBox="1"/>
          <p:nvPr>
            <p:ph idx="1" type="body"/>
          </p:nvPr>
        </p:nvSpPr>
        <p:spPr>
          <a:xfrm>
            <a:off x="251400" y="30038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39" name="Google Shape;539;p57"/>
          <p:cNvSpPr txBox="1"/>
          <p:nvPr>
            <p:ph idx="2" type="body"/>
          </p:nvPr>
        </p:nvSpPr>
        <p:spPr>
          <a:xfrm>
            <a:off x="2776938" y="1403275"/>
            <a:ext cx="17988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40" name="Google Shape;540;p57"/>
          <p:cNvSpPr txBox="1"/>
          <p:nvPr>
            <p:ph idx="3" type="body"/>
          </p:nvPr>
        </p:nvSpPr>
        <p:spPr>
          <a:xfrm>
            <a:off x="4955375" y="1403275"/>
            <a:ext cx="17100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41" name="Google Shape;541;p57"/>
          <p:cNvSpPr txBox="1"/>
          <p:nvPr>
            <p:ph idx="4" type="body"/>
          </p:nvPr>
        </p:nvSpPr>
        <p:spPr>
          <a:xfrm>
            <a:off x="7147560" y="1403275"/>
            <a:ext cx="16416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42" name="Google Shape;542;p57"/>
          <p:cNvSpPr txBox="1"/>
          <p:nvPr>
            <p:ph idx="5" type="subTitle"/>
          </p:nvPr>
        </p:nvSpPr>
        <p:spPr>
          <a:xfrm>
            <a:off x="2655800" y="70210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43" name="Google Shape;543;p57"/>
          <p:cNvSpPr txBox="1"/>
          <p:nvPr>
            <p:ph idx="6" type="subTitle"/>
          </p:nvPr>
        </p:nvSpPr>
        <p:spPr>
          <a:xfrm>
            <a:off x="4823475" y="70210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44" name="Google Shape;544;p57"/>
          <p:cNvSpPr txBox="1"/>
          <p:nvPr>
            <p:ph idx="7" type="subTitle"/>
          </p:nvPr>
        </p:nvSpPr>
        <p:spPr>
          <a:xfrm>
            <a:off x="6991150" y="70210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45" name="Google Shape;545;p57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57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1">
  <p:cSld name="CUSTOM_19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8"/>
          <p:cNvSpPr txBox="1"/>
          <p:nvPr>
            <p:ph idx="1" type="body"/>
          </p:nvPr>
        </p:nvSpPr>
        <p:spPr>
          <a:xfrm>
            <a:off x="269588" y="180897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49" name="Google Shape;549;p58"/>
          <p:cNvSpPr txBox="1"/>
          <p:nvPr>
            <p:ph idx="2" type="subTitle"/>
          </p:nvPr>
        </p:nvSpPr>
        <p:spPr>
          <a:xfrm>
            <a:off x="181700" y="12239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0" name="Google Shape;550;p58"/>
          <p:cNvSpPr txBox="1"/>
          <p:nvPr>
            <p:ph idx="3" type="body"/>
          </p:nvPr>
        </p:nvSpPr>
        <p:spPr>
          <a:xfrm>
            <a:off x="4641263" y="180897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51" name="Google Shape;551;p58"/>
          <p:cNvSpPr txBox="1"/>
          <p:nvPr>
            <p:ph idx="4" type="subTitle"/>
          </p:nvPr>
        </p:nvSpPr>
        <p:spPr>
          <a:xfrm>
            <a:off x="4553375" y="12239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2" name="Google Shape;552;p58"/>
          <p:cNvSpPr txBox="1"/>
          <p:nvPr>
            <p:ph idx="5" type="body"/>
          </p:nvPr>
        </p:nvSpPr>
        <p:spPr>
          <a:xfrm>
            <a:off x="245552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53" name="Google Shape;553;p58"/>
          <p:cNvSpPr txBox="1"/>
          <p:nvPr>
            <p:ph idx="6" type="subTitle"/>
          </p:nvPr>
        </p:nvSpPr>
        <p:spPr>
          <a:xfrm>
            <a:off x="2367638" y="2581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4" name="Google Shape;554;p58"/>
          <p:cNvSpPr txBox="1"/>
          <p:nvPr>
            <p:ph idx="7" type="body"/>
          </p:nvPr>
        </p:nvSpPr>
        <p:spPr>
          <a:xfrm>
            <a:off x="679777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55" name="Google Shape;555;p58"/>
          <p:cNvSpPr txBox="1"/>
          <p:nvPr>
            <p:ph idx="8" type="subTitle"/>
          </p:nvPr>
        </p:nvSpPr>
        <p:spPr>
          <a:xfrm>
            <a:off x="6709888" y="2581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6" name="Google Shape;556;p58"/>
          <p:cNvSpPr txBox="1"/>
          <p:nvPr>
            <p:ph type="title"/>
          </p:nvPr>
        </p:nvSpPr>
        <p:spPr>
          <a:xfrm>
            <a:off x="6654375" y="4040175"/>
            <a:ext cx="22539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57" name="Google Shape;557;p58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58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2">
  <p:cSld name="CUSTOM_19_1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9"/>
          <p:cNvSpPr txBox="1"/>
          <p:nvPr>
            <p:ph idx="1" type="subTitle"/>
          </p:nvPr>
        </p:nvSpPr>
        <p:spPr>
          <a:xfrm rot="-5400000">
            <a:off x="-769750" y="1196075"/>
            <a:ext cx="39132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Font typeface="IBM Plex Mono ExtraLight"/>
              <a:buNone/>
              <a:defRPr sz="9600">
                <a:solidFill>
                  <a:schemeClr val="accent2"/>
                </a:solidFill>
                <a:latin typeface="IBM Plex Mono ExtraLight"/>
                <a:ea typeface="IBM Plex Mono ExtraLight"/>
                <a:cs typeface="IBM Plex Mono ExtraLight"/>
                <a:sym typeface="IBM Plex Mono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cxnSp>
        <p:nvCxnSpPr>
          <p:cNvPr id="561" name="Google Shape;561;p59"/>
          <p:cNvCxnSpPr/>
          <p:nvPr/>
        </p:nvCxnSpPr>
        <p:spPr>
          <a:xfrm>
            <a:off x="2123311" y="177511"/>
            <a:ext cx="0" cy="4794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2" name="Google Shape;562;p59"/>
          <p:cNvSpPr txBox="1"/>
          <p:nvPr>
            <p:ph idx="2" type="body"/>
          </p:nvPr>
        </p:nvSpPr>
        <p:spPr>
          <a:xfrm>
            <a:off x="2611399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63" name="Google Shape;563;p59"/>
          <p:cNvSpPr txBox="1"/>
          <p:nvPr>
            <p:ph idx="3" type="subTitle"/>
          </p:nvPr>
        </p:nvSpPr>
        <p:spPr>
          <a:xfrm>
            <a:off x="2523500" y="1256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4" name="Google Shape;564;p59"/>
          <p:cNvSpPr txBox="1"/>
          <p:nvPr>
            <p:ph idx="4" type="body"/>
          </p:nvPr>
        </p:nvSpPr>
        <p:spPr>
          <a:xfrm>
            <a:off x="2611399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65" name="Google Shape;565;p59"/>
          <p:cNvSpPr txBox="1"/>
          <p:nvPr>
            <p:ph idx="5" type="subTitle"/>
          </p:nvPr>
        </p:nvSpPr>
        <p:spPr>
          <a:xfrm>
            <a:off x="2523500" y="171125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6" name="Google Shape;566;p59"/>
          <p:cNvSpPr txBox="1"/>
          <p:nvPr>
            <p:ph idx="6" type="body"/>
          </p:nvPr>
        </p:nvSpPr>
        <p:spPr>
          <a:xfrm>
            <a:off x="2611399" y="39275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67" name="Google Shape;567;p59"/>
          <p:cNvSpPr txBox="1"/>
          <p:nvPr>
            <p:ph idx="7" type="subTitle"/>
          </p:nvPr>
        </p:nvSpPr>
        <p:spPr>
          <a:xfrm>
            <a:off x="2523500" y="33425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8" name="Google Shape;568;p59"/>
          <p:cNvSpPr/>
          <p:nvPr>
            <p:ph idx="8" type="pic"/>
          </p:nvPr>
        </p:nvSpPr>
        <p:spPr>
          <a:xfrm>
            <a:off x="4182350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9" name="Google Shape;569;p59"/>
          <p:cNvSpPr/>
          <p:nvPr>
            <p:ph idx="9" type="pic"/>
          </p:nvPr>
        </p:nvSpPr>
        <p:spPr>
          <a:xfrm>
            <a:off x="4182350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0" name="Google Shape;570;p59"/>
          <p:cNvSpPr/>
          <p:nvPr>
            <p:ph idx="13" type="pic"/>
          </p:nvPr>
        </p:nvSpPr>
        <p:spPr>
          <a:xfrm>
            <a:off x="4182350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1" name="Google Shape;571;p59"/>
          <p:cNvSpPr txBox="1"/>
          <p:nvPr>
            <p:ph idx="14" type="body"/>
          </p:nvPr>
        </p:nvSpPr>
        <p:spPr>
          <a:xfrm>
            <a:off x="5956724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72" name="Google Shape;572;p59"/>
          <p:cNvSpPr txBox="1"/>
          <p:nvPr>
            <p:ph idx="15" type="subTitle"/>
          </p:nvPr>
        </p:nvSpPr>
        <p:spPr>
          <a:xfrm>
            <a:off x="5868825" y="1256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73" name="Google Shape;573;p59"/>
          <p:cNvSpPr txBox="1"/>
          <p:nvPr>
            <p:ph idx="16" type="body"/>
          </p:nvPr>
        </p:nvSpPr>
        <p:spPr>
          <a:xfrm>
            <a:off x="5956724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74" name="Google Shape;574;p59"/>
          <p:cNvSpPr txBox="1"/>
          <p:nvPr>
            <p:ph idx="17" type="subTitle"/>
          </p:nvPr>
        </p:nvSpPr>
        <p:spPr>
          <a:xfrm>
            <a:off x="5868825" y="171125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75" name="Google Shape;575;p59"/>
          <p:cNvSpPr txBox="1"/>
          <p:nvPr>
            <p:ph idx="18" type="body"/>
          </p:nvPr>
        </p:nvSpPr>
        <p:spPr>
          <a:xfrm>
            <a:off x="5956724" y="39275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76" name="Google Shape;576;p59"/>
          <p:cNvSpPr txBox="1"/>
          <p:nvPr>
            <p:ph idx="19" type="subTitle"/>
          </p:nvPr>
        </p:nvSpPr>
        <p:spPr>
          <a:xfrm>
            <a:off x="5868825" y="33425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77" name="Google Shape;577;p59"/>
          <p:cNvSpPr/>
          <p:nvPr>
            <p:ph idx="20" type="pic"/>
          </p:nvPr>
        </p:nvSpPr>
        <p:spPr>
          <a:xfrm>
            <a:off x="7527675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8" name="Google Shape;578;p59"/>
          <p:cNvSpPr/>
          <p:nvPr>
            <p:ph idx="21" type="pic"/>
          </p:nvPr>
        </p:nvSpPr>
        <p:spPr>
          <a:xfrm>
            <a:off x="7527675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9" name="Google Shape;579;p59"/>
          <p:cNvSpPr/>
          <p:nvPr>
            <p:ph idx="22" type="pic"/>
          </p:nvPr>
        </p:nvSpPr>
        <p:spPr>
          <a:xfrm>
            <a:off x="7527675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80" name="Google Shape;580;p59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1" name="Google Shape;581;p59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3">
  <p:cSld name="CUSTOM_19_1_1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0"/>
          <p:cNvSpPr txBox="1"/>
          <p:nvPr>
            <p:ph idx="1" type="body"/>
          </p:nvPr>
        </p:nvSpPr>
        <p:spPr>
          <a:xfrm>
            <a:off x="129999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84" name="Google Shape;584;p60"/>
          <p:cNvSpPr txBox="1"/>
          <p:nvPr>
            <p:ph idx="2" type="subTitle"/>
          </p:nvPr>
        </p:nvSpPr>
        <p:spPr>
          <a:xfrm>
            <a:off x="380475" y="276125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85" name="Google Shape;585;p60"/>
          <p:cNvSpPr txBox="1"/>
          <p:nvPr>
            <p:ph idx="3" type="subTitle"/>
          </p:nvPr>
        </p:nvSpPr>
        <p:spPr>
          <a:xfrm>
            <a:off x="1573975" y="16084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86" name="Google Shape;586;p60"/>
          <p:cNvSpPr txBox="1"/>
          <p:nvPr>
            <p:ph idx="4" type="body"/>
          </p:nvPr>
        </p:nvSpPr>
        <p:spPr>
          <a:xfrm>
            <a:off x="19999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87" name="Google Shape;587;p60"/>
          <p:cNvSpPr txBox="1"/>
          <p:nvPr>
            <p:ph idx="5" type="body"/>
          </p:nvPr>
        </p:nvSpPr>
        <p:spPr>
          <a:xfrm>
            <a:off x="129999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88" name="Google Shape;588;p60"/>
          <p:cNvSpPr txBox="1"/>
          <p:nvPr>
            <p:ph idx="6" type="subTitle"/>
          </p:nvPr>
        </p:nvSpPr>
        <p:spPr>
          <a:xfrm>
            <a:off x="380475" y="28511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89" name="Google Shape;589;p60"/>
          <p:cNvSpPr txBox="1"/>
          <p:nvPr>
            <p:ph idx="7" type="body"/>
          </p:nvPr>
        </p:nvSpPr>
        <p:spPr>
          <a:xfrm>
            <a:off x="44141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0" name="Google Shape;590;p60"/>
          <p:cNvSpPr txBox="1"/>
          <p:nvPr>
            <p:ph idx="8" type="subTitle"/>
          </p:nvPr>
        </p:nvSpPr>
        <p:spPr>
          <a:xfrm>
            <a:off x="3494625" y="276125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1" name="Google Shape;591;p60"/>
          <p:cNvSpPr txBox="1"/>
          <p:nvPr>
            <p:ph idx="9" type="subTitle"/>
          </p:nvPr>
        </p:nvSpPr>
        <p:spPr>
          <a:xfrm>
            <a:off x="4688125" y="16084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2" name="Google Shape;592;p60"/>
          <p:cNvSpPr txBox="1"/>
          <p:nvPr>
            <p:ph idx="13" type="body"/>
          </p:nvPr>
        </p:nvSpPr>
        <p:spPr>
          <a:xfrm>
            <a:off x="33141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3" name="Google Shape;593;p60"/>
          <p:cNvSpPr txBox="1"/>
          <p:nvPr>
            <p:ph idx="14" type="body"/>
          </p:nvPr>
        </p:nvSpPr>
        <p:spPr>
          <a:xfrm>
            <a:off x="44141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4" name="Google Shape;594;p60"/>
          <p:cNvSpPr txBox="1"/>
          <p:nvPr>
            <p:ph idx="15" type="subTitle"/>
          </p:nvPr>
        </p:nvSpPr>
        <p:spPr>
          <a:xfrm>
            <a:off x="3494625" y="28511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5" name="Google Shape;595;p60"/>
          <p:cNvSpPr txBox="1"/>
          <p:nvPr>
            <p:ph idx="16" type="body"/>
          </p:nvPr>
        </p:nvSpPr>
        <p:spPr>
          <a:xfrm>
            <a:off x="73449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6" name="Google Shape;596;p60"/>
          <p:cNvSpPr txBox="1"/>
          <p:nvPr>
            <p:ph idx="17" type="subTitle"/>
          </p:nvPr>
        </p:nvSpPr>
        <p:spPr>
          <a:xfrm>
            <a:off x="6425425" y="276125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7" name="Google Shape;597;p60"/>
          <p:cNvSpPr txBox="1"/>
          <p:nvPr>
            <p:ph idx="18" type="subTitle"/>
          </p:nvPr>
        </p:nvSpPr>
        <p:spPr>
          <a:xfrm>
            <a:off x="7618925" y="16084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8" name="Google Shape;598;p60"/>
          <p:cNvSpPr txBox="1"/>
          <p:nvPr>
            <p:ph idx="19" type="body"/>
          </p:nvPr>
        </p:nvSpPr>
        <p:spPr>
          <a:xfrm>
            <a:off x="62449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9" name="Google Shape;599;p60"/>
          <p:cNvSpPr txBox="1"/>
          <p:nvPr>
            <p:ph idx="20" type="body"/>
          </p:nvPr>
        </p:nvSpPr>
        <p:spPr>
          <a:xfrm>
            <a:off x="73449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00" name="Google Shape;600;p60"/>
          <p:cNvSpPr txBox="1"/>
          <p:nvPr>
            <p:ph idx="21" type="subTitle"/>
          </p:nvPr>
        </p:nvSpPr>
        <p:spPr>
          <a:xfrm>
            <a:off x="6425425" y="28511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01" name="Google Shape;601;p60"/>
          <p:cNvSpPr txBox="1"/>
          <p:nvPr>
            <p:ph idx="22" type="subTitle"/>
          </p:nvPr>
        </p:nvSpPr>
        <p:spPr>
          <a:xfrm>
            <a:off x="4550625" y="4114925"/>
            <a:ext cx="4467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2" name="Google Shape;602;p60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3" name="Google Shape;603;p60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4">
  <p:cSld name="CUSTOM_22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 txBox="1"/>
          <p:nvPr>
            <p:ph idx="1" type="body"/>
          </p:nvPr>
        </p:nvSpPr>
        <p:spPr>
          <a:xfrm>
            <a:off x="1431675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06" name="Google Shape;606;p61"/>
          <p:cNvSpPr txBox="1"/>
          <p:nvPr>
            <p:ph idx="2" type="subTitle"/>
          </p:nvPr>
        </p:nvSpPr>
        <p:spPr>
          <a:xfrm>
            <a:off x="1343775" y="1761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07" name="Google Shape;607;p61"/>
          <p:cNvSpPr/>
          <p:nvPr>
            <p:ph idx="3" type="pic"/>
          </p:nvPr>
        </p:nvSpPr>
        <p:spPr>
          <a:xfrm>
            <a:off x="470775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08" name="Google Shape;608;p61"/>
          <p:cNvSpPr/>
          <p:nvPr>
            <p:ph idx="4" type="pic"/>
          </p:nvPr>
        </p:nvSpPr>
        <p:spPr>
          <a:xfrm>
            <a:off x="2118300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09" name="Google Shape;609;p61"/>
          <p:cNvSpPr txBox="1"/>
          <p:nvPr>
            <p:ph idx="5" type="body"/>
          </p:nvPr>
        </p:nvSpPr>
        <p:spPr>
          <a:xfrm>
            <a:off x="345800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10" name="Google Shape;610;p61"/>
          <p:cNvSpPr txBox="1"/>
          <p:nvPr>
            <p:ph idx="6" type="subTitle"/>
          </p:nvPr>
        </p:nvSpPr>
        <p:spPr>
          <a:xfrm>
            <a:off x="334100" y="13752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11" name="Google Shape;611;p61"/>
          <p:cNvSpPr txBox="1"/>
          <p:nvPr>
            <p:ph idx="7" type="body"/>
          </p:nvPr>
        </p:nvSpPr>
        <p:spPr>
          <a:xfrm>
            <a:off x="1431675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12" name="Google Shape;612;p61"/>
          <p:cNvSpPr txBox="1"/>
          <p:nvPr>
            <p:ph idx="8" type="subTitle"/>
          </p:nvPr>
        </p:nvSpPr>
        <p:spPr>
          <a:xfrm>
            <a:off x="1343775" y="27061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13" name="Google Shape;613;p61"/>
          <p:cNvSpPr/>
          <p:nvPr>
            <p:ph idx="9" type="pic"/>
          </p:nvPr>
        </p:nvSpPr>
        <p:spPr>
          <a:xfrm>
            <a:off x="470775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4" name="Google Shape;614;p61"/>
          <p:cNvSpPr txBox="1"/>
          <p:nvPr>
            <p:ph idx="13" type="body"/>
          </p:nvPr>
        </p:nvSpPr>
        <p:spPr>
          <a:xfrm>
            <a:off x="43379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15" name="Google Shape;615;p61"/>
          <p:cNvSpPr txBox="1"/>
          <p:nvPr>
            <p:ph idx="14" type="subTitle"/>
          </p:nvPr>
        </p:nvSpPr>
        <p:spPr>
          <a:xfrm>
            <a:off x="4250000" y="1761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16" name="Google Shape;616;p61"/>
          <p:cNvSpPr/>
          <p:nvPr>
            <p:ph idx="15" type="pic"/>
          </p:nvPr>
        </p:nvSpPr>
        <p:spPr>
          <a:xfrm>
            <a:off x="33770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7" name="Google Shape;617;p61"/>
          <p:cNvSpPr/>
          <p:nvPr>
            <p:ph idx="16" type="pic"/>
          </p:nvPr>
        </p:nvSpPr>
        <p:spPr>
          <a:xfrm>
            <a:off x="50245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8" name="Google Shape;618;p61"/>
          <p:cNvSpPr txBox="1"/>
          <p:nvPr>
            <p:ph idx="17" type="body"/>
          </p:nvPr>
        </p:nvSpPr>
        <p:spPr>
          <a:xfrm>
            <a:off x="32520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19" name="Google Shape;619;p61"/>
          <p:cNvSpPr txBox="1"/>
          <p:nvPr>
            <p:ph idx="18" type="subTitle"/>
          </p:nvPr>
        </p:nvSpPr>
        <p:spPr>
          <a:xfrm>
            <a:off x="3240325" y="13752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0" name="Google Shape;620;p61"/>
          <p:cNvSpPr txBox="1"/>
          <p:nvPr>
            <p:ph idx="19" type="body"/>
          </p:nvPr>
        </p:nvSpPr>
        <p:spPr>
          <a:xfrm>
            <a:off x="43379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1" name="Google Shape;621;p61"/>
          <p:cNvSpPr txBox="1"/>
          <p:nvPr>
            <p:ph idx="20" type="subTitle"/>
          </p:nvPr>
        </p:nvSpPr>
        <p:spPr>
          <a:xfrm>
            <a:off x="4250000" y="27061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2" name="Google Shape;622;p61"/>
          <p:cNvSpPr/>
          <p:nvPr>
            <p:ph idx="21" type="pic"/>
          </p:nvPr>
        </p:nvSpPr>
        <p:spPr>
          <a:xfrm>
            <a:off x="33770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3" name="Google Shape;623;p61"/>
          <p:cNvSpPr txBox="1"/>
          <p:nvPr>
            <p:ph idx="22" type="body"/>
          </p:nvPr>
        </p:nvSpPr>
        <p:spPr>
          <a:xfrm>
            <a:off x="73244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4" name="Google Shape;624;p61"/>
          <p:cNvSpPr txBox="1"/>
          <p:nvPr>
            <p:ph idx="23" type="subTitle"/>
          </p:nvPr>
        </p:nvSpPr>
        <p:spPr>
          <a:xfrm>
            <a:off x="7236500" y="1761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5" name="Google Shape;625;p61"/>
          <p:cNvSpPr/>
          <p:nvPr>
            <p:ph idx="24" type="pic"/>
          </p:nvPr>
        </p:nvSpPr>
        <p:spPr>
          <a:xfrm>
            <a:off x="63635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6" name="Google Shape;626;p61"/>
          <p:cNvSpPr/>
          <p:nvPr>
            <p:ph idx="25" type="pic"/>
          </p:nvPr>
        </p:nvSpPr>
        <p:spPr>
          <a:xfrm>
            <a:off x="80110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7" name="Google Shape;627;p61"/>
          <p:cNvSpPr txBox="1"/>
          <p:nvPr>
            <p:ph idx="26" type="body"/>
          </p:nvPr>
        </p:nvSpPr>
        <p:spPr>
          <a:xfrm>
            <a:off x="62385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8" name="Google Shape;628;p61"/>
          <p:cNvSpPr txBox="1"/>
          <p:nvPr>
            <p:ph idx="27" type="subTitle"/>
          </p:nvPr>
        </p:nvSpPr>
        <p:spPr>
          <a:xfrm>
            <a:off x="6226825" y="13752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9" name="Google Shape;629;p61"/>
          <p:cNvSpPr txBox="1"/>
          <p:nvPr>
            <p:ph idx="28" type="body"/>
          </p:nvPr>
        </p:nvSpPr>
        <p:spPr>
          <a:xfrm>
            <a:off x="73244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30" name="Google Shape;630;p61"/>
          <p:cNvSpPr txBox="1"/>
          <p:nvPr>
            <p:ph idx="29" type="subTitle"/>
          </p:nvPr>
        </p:nvSpPr>
        <p:spPr>
          <a:xfrm>
            <a:off x="7236500" y="27061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31" name="Google Shape;631;p61"/>
          <p:cNvSpPr/>
          <p:nvPr>
            <p:ph idx="30" type="pic"/>
          </p:nvPr>
        </p:nvSpPr>
        <p:spPr>
          <a:xfrm>
            <a:off x="63635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32" name="Google Shape;632;p61"/>
          <p:cNvSpPr txBox="1"/>
          <p:nvPr>
            <p:ph idx="31" type="subTitle"/>
          </p:nvPr>
        </p:nvSpPr>
        <p:spPr>
          <a:xfrm>
            <a:off x="5235850" y="4114925"/>
            <a:ext cx="37824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3" name="Google Shape;633;p61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4" name="Google Shape;634;p61"/>
          <p:cNvSpPr txBox="1"/>
          <p:nvPr>
            <p:ph idx="3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a">
  <p:cSld name="CUSTOM_23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2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6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6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6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6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6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6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6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6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6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6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6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6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6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6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6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62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62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62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55" name="Google Shape;655;p62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6" name="Google Shape;656;p62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57" name="Google Shape;657;p62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58" name="Google Shape;658;p62"/>
          <p:cNvSpPr txBox="1"/>
          <p:nvPr>
            <p:ph idx="4" type="body"/>
          </p:nvPr>
        </p:nvSpPr>
        <p:spPr>
          <a:xfrm>
            <a:off x="3105200" y="250630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59" name="Google Shape;659;p62"/>
          <p:cNvSpPr txBox="1"/>
          <p:nvPr>
            <p:ph idx="5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60" name="Google Shape;660;p62"/>
          <p:cNvSpPr txBox="1"/>
          <p:nvPr>
            <p:ph idx="6" type="body"/>
          </p:nvPr>
        </p:nvSpPr>
        <p:spPr>
          <a:xfrm>
            <a:off x="31052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61" name="Google Shape;661;p62"/>
          <p:cNvSpPr txBox="1"/>
          <p:nvPr>
            <p:ph idx="7" type="subTitle"/>
          </p:nvPr>
        </p:nvSpPr>
        <p:spPr>
          <a:xfrm>
            <a:off x="3017300" y="3170150"/>
            <a:ext cx="21738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62" name="Google Shape;662;p62"/>
          <p:cNvSpPr txBox="1"/>
          <p:nvPr>
            <p:ph idx="8" type="body"/>
          </p:nvPr>
        </p:nvSpPr>
        <p:spPr>
          <a:xfrm>
            <a:off x="6293600" y="250630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63" name="Google Shape;663;p62"/>
          <p:cNvSpPr txBox="1"/>
          <p:nvPr>
            <p:ph idx="9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64" name="Google Shape;664;p62"/>
          <p:cNvSpPr txBox="1"/>
          <p:nvPr>
            <p:ph idx="13" type="body"/>
          </p:nvPr>
        </p:nvSpPr>
        <p:spPr>
          <a:xfrm>
            <a:off x="62936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65" name="Google Shape;665;p62"/>
          <p:cNvSpPr txBox="1"/>
          <p:nvPr>
            <p:ph idx="14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66" name="Google Shape;666;p62"/>
          <p:cNvSpPr txBox="1"/>
          <p:nvPr>
            <p:ph idx="15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7" name="Google Shape;667;p62"/>
          <p:cNvSpPr txBox="1"/>
          <p:nvPr>
            <p:ph idx="16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b">
  <p:cSld name="CUSTOM_23_1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0" name="Google Shape;670;p63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63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63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63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63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63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63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63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63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63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63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63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63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63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63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63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63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7" name="Google Shape;687;p63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88" name="Google Shape;688;p63"/>
          <p:cNvSpPr/>
          <p:nvPr>
            <p:ph idx="2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89" name="Google Shape;689;p63"/>
          <p:cNvSpPr txBox="1"/>
          <p:nvPr>
            <p:ph idx="3" type="body"/>
          </p:nvPr>
        </p:nvSpPr>
        <p:spPr>
          <a:xfrm>
            <a:off x="6293600" y="2506300"/>
            <a:ext cx="217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90" name="Google Shape;690;p63"/>
          <p:cNvSpPr txBox="1"/>
          <p:nvPr>
            <p:ph idx="4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91" name="Google Shape;691;p63"/>
          <p:cNvSpPr txBox="1"/>
          <p:nvPr>
            <p:ph idx="5" type="body"/>
          </p:nvPr>
        </p:nvSpPr>
        <p:spPr>
          <a:xfrm>
            <a:off x="6293600" y="3789950"/>
            <a:ext cx="217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92" name="Google Shape;692;p63"/>
          <p:cNvSpPr txBox="1"/>
          <p:nvPr>
            <p:ph idx="6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93" name="Google Shape;693;p63"/>
          <p:cNvSpPr txBox="1"/>
          <p:nvPr>
            <p:ph idx="7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4" name="Google Shape;694;p63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Serve">
  <p:cSld name="CUSTOM_20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4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6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6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6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64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6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6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64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6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64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64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64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64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64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6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p6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p6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6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64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64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64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64"/>
          <p:cNvSpPr txBox="1"/>
          <p:nvPr>
            <p:ph idx="1" type="body"/>
          </p:nvPr>
        </p:nvSpPr>
        <p:spPr>
          <a:xfrm>
            <a:off x="6329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718" name="Google Shape;718;p64"/>
          <p:cNvSpPr/>
          <p:nvPr>
            <p:ph idx="2" type="pic"/>
          </p:nvPr>
        </p:nvSpPr>
        <p:spPr>
          <a:xfrm>
            <a:off x="6131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19" name="Google Shape;719;p64"/>
          <p:cNvSpPr/>
          <p:nvPr>
            <p:ph idx="3" type="pic"/>
          </p:nvPr>
        </p:nvSpPr>
        <p:spPr>
          <a:xfrm>
            <a:off x="346535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20" name="Google Shape;720;p64"/>
          <p:cNvSpPr/>
          <p:nvPr>
            <p:ph idx="4" type="pic"/>
          </p:nvPr>
        </p:nvSpPr>
        <p:spPr>
          <a:xfrm>
            <a:off x="63000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21" name="Google Shape;721;p64"/>
          <p:cNvSpPr txBox="1"/>
          <p:nvPr>
            <p:ph idx="5" type="body"/>
          </p:nvPr>
        </p:nvSpPr>
        <p:spPr>
          <a:xfrm>
            <a:off x="34742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22" name="Google Shape;722;p64"/>
          <p:cNvSpPr txBox="1"/>
          <p:nvPr>
            <p:ph idx="6" type="body"/>
          </p:nvPr>
        </p:nvSpPr>
        <p:spPr>
          <a:xfrm>
            <a:off x="63155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23" name="Google Shape;723;p64"/>
          <p:cNvSpPr txBox="1"/>
          <p:nvPr>
            <p:ph idx="7" type="body"/>
          </p:nvPr>
        </p:nvSpPr>
        <p:spPr>
          <a:xfrm>
            <a:off x="4236800" y="4155575"/>
            <a:ext cx="4565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21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21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21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21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21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21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21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21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21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24" name="Google Shape;724;p64"/>
          <p:cNvSpPr txBox="1"/>
          <p:nvPr>
            <p:ph idx="8" type="subTitle"/>
          </p:nvPr>
        </p:nvSpPr>
        <p:spPr>
          <a:xfrm>
            <a:off x="314425" y="4041875"/>
            <a:ext cx="17826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25" name="Google Shape;725;p64"/>
          <p:cNvSpPr txBox="1"/>
          <p:nvPr>
            <p:ph type="title"/>
          </p:nvPr>
        </p:nvSpPr>
        <p:spPr>
          <a:xfrm>
            <a:off x="1762426" y="3904925"/>
            <a:ext cx="30156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26" name="Google Shape;726;p64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7" name="Google Shape;727;p64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mentary Food and Dishes">
  <p:cSld name="CUSTOM_2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5"/>
          <p:cNvSpPr txBox="1"/>
          <p:nvPr>
            <p:ph idx="1" type="body"/>
          </p:nvPr>
        </p:nvSpPr>
        <p:spPr>
          <a:xfrm>
            <a:off x="453500" y="2578725"/>
            <a:ext cx="25326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91425">
            <a:no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30" name="Google Shape;730;p65"/>
          <p:cNvSpPr txBox="1"/>
          <p:nvPr>
            <p:ph type="title"/>
          </p:nvPr>
        </p:nvSpPr>
        <p:spPr>
          <a:xfrm>
            <a:off x="314425" y="314675"/>
            <a:ext cx="5066100" cy="15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sp>
        <p:nvSpPr>
          <p:cNvPr id="731" name="Google Shape;731;p65"/>
          <p:cNvSpPr/>
          <p:nvPr>
            <p:ph idx="2" type="pic"/>
          </p:nvPr>
        </p:nvSpPr>
        <p:spPr>
          <a:xfrm>
            <a:off x="6361100" y="31467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2" name="Google Shape;732;p65"/>
          <p:cNvSpPr/>
          <p:nvPr>
            <p:ph idx="3" type="pic"/>
          </p:nvPr>
        </p:nvSpPr>
        <p:spPr>
          <a:xfrm>
            <a:off x="6361100" y="1841538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3" name="Google Shape;733;p65"/>
          <p:cNvSpPr/>
          <p:nvPr>
            <p:ph idx="4" type="pic"/>
          </p:nvPr>
        </p:nvSpPr>
        <p:spPr>
          <a:xfrm>
            <a:off x="6361100" y="3368413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4" name="Google Shape;734;p65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65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mories">
  <p:cSld name="CUSTOM_21_1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p6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6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6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p66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66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6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66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6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6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6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6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6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6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6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6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6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6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6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6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p6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p6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6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6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66"/>
          <p:cNvSpPr txBox="1"/>
          <p:nvPr>
            <p:ph type="title"/>
          </p:nvPr>
        </p:nvSpPr>
        <p:spPr>
          <a:xfrm>
            <a:off x="314425" y="314675"/>
            <a:ext cx="7740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62" name="Google Shape;762;p66"/>
          <p:cNvSpPr/>
          <p:nvPr>
            <p:ph idx="2" type="pic"/>
          </p:nvPr>
        </p:nvSpPr>
        <p:spPr>
          <a:xfrm>
            <a:off x="2504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3" name="Google Shape;763;p66"/>
          <p:cNvSpPr/>
          <p:nvPr>
            <p:ph idx="3" type="pic"/>
          </p:nvPr>
        </p:nvSpPr>
        <p:spPr>
          <a:xfrm>
            <a:off x="33140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4" name="Google Shape;764;p66"/>
          <p:cNvSpPr/>
          <p:nvPr>
            <p:ph idx="4" type="pic"/>
          </p:nvPr>
        </p:nvSpPr>
        <p:spPr>
          <a:xfrm>
            <a:off x="637025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5" name="Google Shape;765;p66"/>
          <p:cNvSpPr/>
          <p:nvPr>
            <p:ph idx="5" type="pic"/>
          </p:nvPr>
        </p:nvSpPr>
        <p:spPr>
          <a:xfrm>
            <a:off x="2504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6" name="Google Shape;766;p66"/>
          <p:cNvSpPr/>
          <p:nvPr>
            <p:ph idx="6" type="pic"/>
          </p:nvPr>
        </p:nvSpPr>
        <p:spPr>
          <a:xfrm>
            <a:off x="33140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7" name="Google Shape;767;p66"/>
          <p:cNvSpPr/>
          <p:nvPr>
            <p:ph idx="7" type="pic"/>
          </p:nvPr>
        </p:nvSpPr>
        <p:spPr>
          <a:xfrm>
            <a:off x="637025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8" name="Google Shape;768;p66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9" name="Google Shape;769;p66"/>
          <p:cNvSpPr txBox="1"/>
          <p:nvPr>
            <p:ph idx="1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Thoughts">
  <p:cSld name="CUSTOM_21_1_1"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6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6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6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6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6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6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6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6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6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6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6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6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6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6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67"/>
          <p:cNvSpPr/>
          <p:nvPr/>
        </p:nvSpPr>
        <p:spPr>
          <a:xfrm>
            <a:off x="4786275" y="352450"/>
            <a:ext cx="40635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67"/>
          <p:cNvSpPr txBox="1"/>
          <p:nvPr>
            <p:ph idx="1" type="subTitle"/>
          </p:nvPr>
        </p:nvSpPr>
        <p:spPr>
          <a:xfrm>
            <a:off x="314425" y="3213300"/>
            <a:ext cx="39225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88" name="Google Shape;788;p67"/>
          <p:cNvSpPr txBox="1"/>
          <p:nvPr>
            <p:ph type="title"/>
          </p:nvPr>
        </p:nvSpPr>
        <p:spPr>
          <a:xfrm>
            <a:off x="238225" y="3820950"/>
            <a:ext cx="40635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789" name="Google Shape;789;p67"/>
          <p:cNvSpPr txBox="1"/>
          <p:nvPr>
            <p:ph idx="2" type="body"/>
          </p:nvPr>
        </p:nvSpPr>
        <p:spPr>
          <a:xfrm>
            <a:off x="5125900" y="591475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790" name="Google Shape;790;p67"/>
          <p:cNvSpPr txBox="1"/>
          <p:nvPr>
            <p:ph idx="3" type="body"/>
          </p:nvPr>
        </p:nvSpPr>
        <p:spPr>
          <a:xfrm>
            <a:off x="5125900" y="1847075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91" name="Google Shape;791;p67"/>
          <p:cNvSpPr txBox="1"/>
          <p:nvPr>
            <p:ph idx="4" type="body"/>
          </p:nvPr>
        </p:nvSpPr>
        <p:spPr>
          <a:xfrm>
            <a:off x="5125900" y="3097650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92" name="Google Shape;792;p67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3" name="Google Shape;793;p67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21_1_1_1"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8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p68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6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p6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6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68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6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2" name="Google Shape;802;p6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Google Shape;803;p6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6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6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6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6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6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9" name="Google Shape;809;p6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0" name="Google Shape;810;p6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6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p6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6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6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6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6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7" name="Google Shape;817;p6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68"/>
          <p:cNvSpPr/>
          <p:nvPr>
            <p:ph idx="2" type="pic"/>
          </p:nvPr>
        </p:nvSpPr>
        <p:spPr>
          <a:xfrm>
            <a:off x="1020450" y="1016000"/>
            <a:ext cx="3043800" cy="3048000"/>
          </a:xfrm>
          <a:prstGeom prst="rect">
            <a:avLst/>
          </a:prstGeom>
          <a:noFill/>
          <a:ln>
            <a:noFill/>
          </a:ln>
        </p:spPr>
      </p:sp>
      <p:sp>
        <p:nvSpPr>
          <p:cNvPr id="819" name="Google Shape;819;p68"/>
          <p:cNvSpPr txBox="1"/>
          <p:nvPr>
            <p:ph type="title"/>
          </p:nvPr>
        </p:nvSpPr>
        <p:spPr>
          <a:xfrm>
            <a:off x="4064000" y="1007950"/>
            <a:ext cx="4188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SECTION_HEADER_1_1">
    <p:bg>
      <p:bgPr>
        <a:solidFill>
          <a:schemeClr val="lt1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9"/>
          <p:cNvSpPr txBox="1"/>
          <p:nvPr>
            <p:ph type="title"/>
          </p:nvPr>
        </p:nvSpPr>
        <p:spPr>
          <a:xfrm>
            <a:off x="250503" y="725375"/>
            <a:ext cx="86433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822" name="Google Shape;822;p69"/>
          <p:cNvSpPr txBox="1"/>
          <p:nvPr>
            <p:ph idx="1" type="subTitle"/>
          </p:nvPr>
        </p:nvSpPr>
        <p:spPr>
          <a:xfrm>
            <a:off x="1377400" y="2039975"/>
            <a:ext cx="6389400" cy="1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21_1_1_1_1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0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p70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8" name="Google Shape;828;p70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70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70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70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7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7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7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7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6" name="Google Shape;836;p7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7" name="Google Shape;837;p7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7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7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7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7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Google Shape;842;p7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7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7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7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7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70"/>
          <p:cNvSpPr txBox="1"/>
          <p:nvPr>
            <p:ph type="title"/>
          </p:nvPr>
        </p:nvSpPr>
        <p:spPr>
          <a:xfrm>
            <a:off x="969950" y="1084150"/>
            <a:ext cx="7204200" cy="29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3_1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1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71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851" name="Google Shape;851;p71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2" name="Google Shape;852;p71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3_2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7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7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7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7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7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7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7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7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7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4" name="Google Shape;864;p7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7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6" name="Google Shape;866;p7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p7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7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72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72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71" name="Google Shape;871;p72"/>
          <p:cNvSpPr txBox="1"/>
          <p:nvPr>
            <p:ph idx="1" type="body"/>
          </p:nvPr>
        </p:nvSpPr>
        <p:spPr>
          <a:xfrm>
            <a:off x="310520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72" name="Google Shape;872;p72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p72"/>
          <p:cNvSpPr txBox="1"/>
          <p:nvPr>
            <p:ph idx="2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SECTION_HEADER_1_2">
    <p:bg>
      <p:bgPr>
        <a:solidFill>
          <a:schemeClr val="lt1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3"/>
          <p:cNvSpPr txBox="1"/>
          <p:nvPr>
            <p:ph type="title"/>
          </p:nvPr>
        </p:nvSpPr>
        <p:spPr>
          <a:xfrm>
            <a:off x="250500" y="1338900"/>
            <a:ext cx="8643300" cy="24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3_2_1_1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7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9" name="Google Shape;879;p7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0" name="Google Shape;880;p7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7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7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7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7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7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7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7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8" name="Google Shape;888;p7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7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7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7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74"/>
          <p:cNvSpPr/>
          <p:nvPr/>
        </p:nvSpPr>
        <p:spPr>
          <a:xfrm>
            <a:off x="2712475" y="376050"/>
            <a:ext cx="61371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74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94" name="Google Shape;894;p74"/>
          <p:cNvSpPr txBox="1"/>
          <p:nvPr>
            <p:ph idx="1" type="body"/>
          </p:nvPr>
        </p:nvSpPr>
        <p:spPr>
          <a:xfrm>
            <a:off x="3105200" y="1718575"/>
            <a:ext cx="54477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95" name="Google Shape;895;p74"/>
          <p:cNvSpPr txBox="1"/>
          <p:nvPr>
            <p:ph idx="2" type="subTitle"/>
          </p:nvPr>
        </p:nvSpPr>
        <p:spPr>
          <a:xfrm>
            <a:off x="3017300" y="603250"/>
            <a:ext cx="56433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SECTION_HEADER_1_2_1">
    <p:bg>
      <p:bgPr>
        <a:solidFill>
          <a:schemeClr val="lt1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5"/>
          <p:cNvSpPr txBox="1"/>
          <p:nvPr>
            <p:ph type="title"/>
          </p:nvPr>
        </p:nvSpPr>
        <p:spPr>
          <a:xfrm>
            <a:off x="1047400" y="1338900"/>
            <a:ext cx="7049100" cy="24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IBM Plex Mono"/>
              <a:buNone/>
              <a:defRPr>
                <a:solidFill>
                  <a:schemeClr val="accent4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3_2_1_1_1"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6"/>
          <p:cNvSpPr txBox="1"/>
          <p:nvPr>
            <p:ph idx="1" type="body"/>
          </p:nvPr>
        </p:nvSpPr>
        <p:spPr>
          <a:xfrm>
            <a:off x="251400" y="125600"/>
            <a:ext cx="1468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SECTION_HEADER_1_2_2">
    <p:bg>
      <p:bgPr>
        <a:solidFill>
          <a:schemeClr val="lt1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7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7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7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4" name="Google Shape;904;p7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5" name="Google Shape;905;p7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7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7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7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7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7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7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7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7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7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7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77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17" name="Google Shape;917;p77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8" name="Google Shape;918;p77"/>
          <p:cNvSpPr txBox="1"/>
          <p:nvPr>
            <p:ph idx="1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4_1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0" name="Google Shape;920;p78"/>
          <p:cNvCxnSpPr/>
          <p:nvPr/>
        </p:nvCxnSpPr>
        <p:spPr>
          <a:xfrm rot="10800000">
            <a:off x="-3050" y="16642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1" name="Google Shape;921;p78"/>
          <p:cNvSpPr/>
          <p:nvPr/>
        </p:nvSpPr>
        <p:spPr>
          <a:xfrm flipH="1">
            <a:off x="801804" y="12447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2" name="Google Shape;922;p78"/>
          <p:cNvCxnSpPr/>
          <p:nvPr/>
        </p:nvCxnSpPr>
        <p:spPr>
          <a:xfrm rot="10800000">
            <a:off x="-2925" y="229525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3" name="Google Shape;923;p78"/>
          <p:cNvSpPr/>
          <p:nvPr/>
        </p:nvSpPr>
        <p:spPr>
          <a:xfrm flipH="1">
            <a:off x="801874" y="187575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4" name="Google Shape;924;p78"/>
          <p:cNvCxnSpPr/>
          <p:nvPr/>
        </p:nvCxnSpPr>
        <p:spPr>
          <a:xfrm rot="10800000">
            <a:off x="-2925" y="2926529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5" name="Google Shape;925;p78"/>
          <p:cNvSpPr/>
          <p:nvPr/>
        </p:nvSpPr>
        <p:spPr>
          <a:xfrm flipH="1">
            <a:off x="801874" y="25070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6" name="Google Shape;926;p78"/>
          <p:cNvCxnSpPr/>
          <p:nvPr/>
        </p:nvCxnSpPr>
        <p:spPr>
          <a:xfrm rot="10800000">
            <a:off x="-2925" y="35648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7" name="Google Shape;927;p78"/>
          <p:cNvSpPr/>
          <p:nvPr/>
        </p:nvSpPr>
        <p:spPr>
          <a:xfrm flipH="1">
            <a:off x="801874" y="314537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8" name="Google Shape;928;p78"/>
          <p:cNvCxnSpPr/>
          <p:nvPr/>
        </p:nvCxnSpPr>
        <p:spPr>
          <a:xfrm rot="10800000">
            <a:off x="-3050" y="4199402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9" name="Google Shape;929;p78"/>
          <p:cNvSpPr/>
          <p:nvPr/>
        </p:nvSpPr>
        <p:spPr>
          <a:xfrm flipH="1">
            <a:off x="801729" y="37799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78"/>
          <p:cNvSpPr txBox="1"/>
          <p:nvPr>
            <p:ph idx="1" type="subTitle"/>
          </p:nvPr>
        </p:nvSpPr>
        <p:spPr>
          <a:xfrm>
            <a:off x="802850" y="1245725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1" name="Google Shape;931;p78"/>
          <p:cNvSpPr txBox="1"/>
          <p:nvPr>
            <p:ph idx="2" type="subTitle"/>
          </p:nvPr>
        </p:nvSpPr>
        <p:spPr>
          <a:xfrm>
            <a:off x="801725" y="1875875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2" name="Google Shape;932;p78"/>
          <p:cNvSpPr txBox="1"/>
          <p:nvPr>
            <p:ph idx="3" type="subTitle"/>
          </p:nvPr>
        </p:nvSpPr>
        <p:spPr>
          <a:xfrm>
            <a:off x="801725" y="2510050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3" name="Google Shape;933;p78"/>
          <p:cNvSpPr txBox="1"/>
          <p:nvPr>
            <p:ph idx="4" type="subTitle"/>
          </p:nvPr>
        </p:nvSpPr>
        <p:spPr>
          <a:xfrm>
            <a:off x="802850" y="3145025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4" name="Google Shape;934;p78"/>
          <p:cNvSpPr txBox="1"/>
          <p:nvPr>
            <p:ph idx="5" type="subTitle"/>
          </p:nvPr>
        </p:nvSpPr>
        <p:spPr>
          <a:xfrm>
            <a:off x="802850" y="3780700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5" name="Google Shape;935;p78"/>
          <p:cNvSpPr txBox="1"/>
          <p:nvPr>
            <p:ph type="title"/>
          </p:nvPr>
        </p:nvSpPr>
        <p:spPr>
          <a:xfrm>
            <a:off x="251400" y="180775"/>
            <a:ext cx="86859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cxnSp>
        <p:nvCxnSpPr>
          <p:cNvPr id="936" name="Google Shape;936;p78"/>
          <p:cNvCxnSpPr/>
          <p:nvPr/>
        </p:nvCxnSpPr>
        <p:spPr>
          <a:xfrm rot="10800000">
            <a:off x="-3050" y="48339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78"/>
          <p:cNvSpPr/>
          <p:nvPr/>
        </p:nvSpPr>
        <p:spPr>
          <a:xfrm flipH="1">
            <a:off x="801729" y="44144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78"/>
          <p:cNvSpPr txBox="1"/>
          <p:nvPr>
            <p:ph idx="6" type="subTitle"/>
          </p:nvPr>
        </p:nvSpPr>
        <p:spPr>
          <a:xfrm>
            <a:off x="802850" y="4415225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7_1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9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41" name="Google Shape;941;p79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42" name="Google Shape;942;p79"/>
          <p:cNvSpPr txBox="1"/>
          <p:nvPr>
            <p:ph type="title"/>
          </p:nvPr>
        </p:nvSpPr>
        <p:spPr>
          <a:xfrm>
            <a:off x="274550" y="3283900"/>
            <a:ext cx="54309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3_2_1_2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8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8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p8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p8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8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8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8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8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8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8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8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8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8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Google Shape;957;p8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8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80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80"/>
          <p:cNvSpPr txBox="1"/>
          <p:nvPr>
            <p:ph idx="1" type="body"/>
          </p:nvPr>
        </p:nvSpPr>
        <p:spPr>
          <a:xfrm>
            <a:off x="310520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61" name="Google Shape;961;p80"/>
          <p:cNvSpPr txBox="1"/>
          <p:nvPr>
            <p:ph idx="2" type="subTitle"/>
          </p:nvPr>
        </p:nvSpPr>
        <p:spPr>
          <a:xfrm>
            <a:off x="3017300" y="6032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962" name="Google Shape;962;p80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80"/>
          <p:cNvSpPr txBox="1"/>
          <p:nvPr>
            <p:ph idx="3" type="body"/>
          </p:nvPr>
        </p:nvSpPr>
        <p:spPr>
          <a:xfrm>
            <a:off x="632155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64" name="Google Shape;964;p80"/>
          <p:cNvSpPr txBox="1"/>
          <p:nvPr>
            <p:ph idx="4" type="subTitle"/>
          </p:nvPr>
        </p:nvSpPr>
        <p:spPr>
          <a:xfrm>
            <a:off x="6233650" y="6032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965" name="Google Shape;965;p80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0_1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81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81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81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81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81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81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81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81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81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Google Shape;976;p81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81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81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81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p81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81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2" name="Google Shape;982;p81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81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81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81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6" name="Google Shape;986;p81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81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81"/>
          <p:cNvSpPr txBox="1"/>
          <p:nvPr>
            <p:ph idx="1" type="body"/>
          </p:nvPr>
        </p:nvSpPr>
        <p:spPr>
          <a:xfrm>
            <a:off x="6329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989" name="Google Shape;989;p81"/>
          <p:cNvSpPr txBox="1"/>
          <p:nvPr>
            <p:ph idx="2" type="body"/>
          </p:nvPr>
        </p:nvSpPr>
        <p:spPr>
          <a:xfrm>
            <a:off x="34742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90" name="Google Shape;990;p81"/>
          <p:cNvSpPr txBox="1"/>
          <p:nvPr>
            <p:ph idx="3" type="body"/>
          </p:nvPr>
        </p:nvSpPr>
        <p:spPr>
          <a:xfrm>
            <a:off x="63155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91" name="Google Shape;991;p81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992" name="Google Shape;992;p81"/>
          <p:cNvSpPr txBox="1"/>
          <p:nvPr>
            <p:ph idx="4" type="subTitle"/>
          </p:nvPr>
        </p:nvSpPr>
        <p:spPr>
          <a:xfrm>
            <a:off x="606550" y="3958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993" name="Google Shape;993;p81"/>
          <p:cNvSpPr txBox="1"/>
          <p:nvPr>
            <p:ph idx="5" type="subTitle"/>
          </p:nvPr>
        </p:nvSpPr>
        <p:spPr>
          <a:xfrm>
            <a:off x="3441200" y="3958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994" name="Google Shape;994;p81"/>
          <p:cNvSpPr txBox="1"/>
          <p:nvPr>
            <p:ph idx="6" type="subTitle"/>
          </p:nvPr>
        </p:nvSpPr>
        <p:spPr>
          <a:xfrm>
            <a:off x="6275850" y="3958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20_1_1"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2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8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8" name="Google Shape;998;p8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9" name="Google Shape;999;p8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0" name="Google Shape;1000;p82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1" name="Google Shape;1001;p8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2" name="Google Shape;1002;p8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82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4" name="Google Shape;1004;p8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82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82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7" name="Google Shape;1007;p82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82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82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0" name="Google Shape;1010;p8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8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8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8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82"/>
          <p:cNvSpPr/>
          <p:nvPr/>
        </p:nvSpPr>
        <p:spPr>
          <a:xfrm>
            <a:off x="2468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p82"/>
          <p:cNvSpPr txBox="1"/>
          <p:nvPr>
            <p:ph idx="1" type="body"/>
          </p:nvPr>
        </p:nvSpPr>
        <p:spPr>
          <a:xfrm>
            <a:off x="33567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16" name="Google Shape;1016;p82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017" name="Google Shape;1017;p82"/>
          <p:cNvSpPr txBox="1"/>
          <p:nvPr>
            <p:ph idx="2" type="subTitle"/>
          </p:nvPr>
        </p:nvSpPr>
        <p:spPr>
          <a:xfrm>
            <a:off x="314425" y="395850"/>
            <a:ext cx="18246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18" name="Google Shape;1018;p82"/>
          <p:cNvSpPr/>
          <p:nvPr/>
        </p:nvSpPr>
        <p:spPr>
          <a:xfrm>
            <a:off x="2476617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82"/>
          <p:cNvSpPr/>
          <p:nvPr/>
        </p:nvSpPr>
        <p:spPr>
          <a:xfrm>
            <a:off x="4706383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82"/>
          <p:cNvSpPr/>
          <p:nvPr/>
        </p:nvSpPr>
        <p:spPr>
          <a:xfrm>
            <a:off x="69361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1" name="Google Shape;1021;p82"/>
          <p:cNvSpPr txBox="1"/>
          <p:nvPr>
            <p:ph idx="3" type="body"/>
          </p:nvPr>
        </p:nvSpPr>
        <p:spPr>
          <a:xfrm>
            <a:off x="25661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2" name="Google Shape;1022;p82"/>
          <p:cNvSpPr txBox="1"/>
          <p:nvPr>
            <p:ph idx="4" type="subTitle"/>
          </p:nvPr>
        </p:nvSpPr>
        <p:spPr>
          <a:xfrm>
            <a:off x="2544863" y="395850"/>
            <a:ext cx="18246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23" name="Google Shape;1023;p82"/>
          <p:cNvSpPr txBox="1"/>
          <p:nvPr>
            <p:ph idx="5" type="body"/>
          </p:nvPr>
        </p:nvSpPr>
        <p:spPr>
          <a:xfrm>
            <a:off x="479587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4" name="Google Shape;1024;p82"/>
          <p:cNvSpPr txBox="1"/>
          <p:nvPr>
            <p:ph idx="6" type="subTitle"/>
          </p:nvPr>
        </p:nvSpPr>
        <p:spPr>
          <a:xfrm>
            <a:off x="4774625" y="395850"/>
            <a:ext cx="18246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25" name="Google Shape;1025;p82"/>
          <p:cNvSpPr txBox="1"/>
          <p:nvPr>
            <p:ph idx="7" type="body"/>
          </p:nvPr>
        </p:nvSpPr>
        <p:spPr>
          <a:xfrm>
            <a:off x="70256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6" name="Google Shape;1026;p82"/>
          <p:cNvSpPr txBox="1"/>
          <p:nvPr>
            <p:ph idx="8" type="subTitle"/>
          </p:nvPr>
        </p:nvSpPr>
        <p:spPr>
          <a:xfrm>
            <a:off x="7004375" y="395850"/>
            <a:ext cx="18246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23_3"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8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9" name="Google Shape;1029;p83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83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83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83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83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83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83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83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83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83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83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83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83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83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83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83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83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83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047" name="Google Shape;1047;p83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048" name="Google Shape;1048;p83"/>
          <p:cNvSpPr txBox="1"/>
          <p:nvPr>
            <p:ph idx="1" type="body"/>
          </p:nvPr>
        </p:nvSpPr>
        <p:spPr>
          <a:xfrm>
            <a:off x="3105200" y="2506300"/>
            <a:ext cx="21738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49" name="Google Shape;1049;p83"/>
          <p:cNvSpPr txBox="1"/>
          <p:nvPr>
            <p:ph idx="4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50" name="Google Shape;1050;p83"/>
          <p:cNvSpPr txBox="1"/>
          <p:nvPr>
            <p:ph idx="5" type="body"/>
          </p:nvPr>
        </p:nvSpPr>
        <p:spPr>
          <a:xfrm>
            <a:off x="6293600" y="2506300"/>
            <a:ext cx="21738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51" name="Google Shape;1051;p83"/>
          <p:cNvSpPr txBox="1"/>
          <p:nvPr>
            <p:ph idx="6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52" name="Google Shape;1052;p83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20_1_2"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84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8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6" name="Google Shape;1056;p8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8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84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8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0" name="Google Shape;1060;p8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84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8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3" name="Google Shape;1063;p84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4" name="Google Shape;1064;p84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5" name="Google Shape;1065;p84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6" name="Google Shape;1066;p84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Google Shape;1067;p84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8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p8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8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1" name="Google Shape;1071;p8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84"/>
          <p:cNvSpPr/>
          <p:nvPr/>
        </p:nvSpPr>
        <p:spPr>
          <a:xfrm>
            <a:off x="4267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84"/>
          <p:cNvSpPr txBox="1"/>
          <p:nvPr>
            <p:ph idx="1" type="body"/>
          </p:nvPr>
        </p:nvSpPr>
        <p:spPr>
          <a:xfrm>
            <a:off x="63290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74" name="Google Shape;1074;p84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075" name="Google Shape;1075;p84"/>
          <p:cNvSpPr txBox="1"/>
          <p:nvPr>
            <p:ph idx="2" type="subTitle"/>
          </p:nvPr>
        </p:nvSpPr>
        <p:spPr>
          <a:xfrm>
            <a:off x="606550" y="1629713"/>
            <a:ext cx="2261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76" name="Google Shape;1076;p84"/>
          <p:cNvSpPr/>
          <p:nvPr>
            <p:ph idx="3" type="pic"/>
          </p:nvPr>
        </p:nvSpPr>
        <p:spPr>
          <a:xfrm>
            <a:off x="6131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077" name="Google Shape;1077;p84"/>
          <p:cNvSpPr/>
          <p:nvPr/>
        </p:nvSpPr>
        <p:spPr>
          <a:xfrm>
            <a:off x="326135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84"/>
          <p:cNvSpPr txBox="1"/>
          <p:nvPr>
            <p:ph idx="4" type="body"/>
          </p:nvPr>
        </p:nvSpPr>
        <p:spPr>
          <a:xfrm>
            <a:off x="346755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79" name="Google Shape;1079;p84"/>
          <p:cNvSpPr txBox="1"/>
          <p:nvPr>
            <p:ph idx="5" type="subTitle"/>
          </p:nvPr>
        </p:nvSpPr>
        <p:spPr>
          <a:xfrm>
            <a:off x="3441200" y="1629713"/>
            <a:ext cx="2261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80" name="Google Shape;1080;p84"/>
          <p:cNvSpPr/>
          <p:nvPr>
            <p:ph idx="6" type="pic"/>
          </p:nvPr>
        </p:nvSpPr>
        <p:spPr>
          <a:xfrm>
            <a:off x="344775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081" name="Google Shape;1081;p84"/>
          <p:cNvSpPr/>
          <p:nvPr/>
        </p:nvSpPr>
        <p:spPr>
          <a:xfrm>
            <a:off x="60960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2" name="Google Shape;1082;p84"/>
          <p:cNvSpPr txBox="1"/>
          <p:nvPr>
            <p:ph idx="7" type="body"/>
          </p:nvPr>
        </p:nvSpPr>
        <p:spPr>
          <a:xfrm>
            <a:off x="630220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83" name="Google Shape;1083;p84"/>
          <p:cNvSpPr txBox="1"/>
          <p:nvPr>
            <p:ph idx="8" type="subTitle"/>
          </p:nvPr>
        </p:nvSpPr>
        <p:spPr>
          <a:xfrm>
            <a:off x="6275850" y="1629713"/>
            <a:ext cx="2261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84" name="Google Shape;1084;p84"/>
          <p:cNvSpPr/>
          <p:nvPr>
            <p:ph idx="9" type="pic"/>
          </p:nvPr>
        </p:nvSpPr>
        <p:spPr>
          <a:xfrm>
            <a:off x="62824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21_1_1_1_2"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85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p85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85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85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85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85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85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3" name="Google Shape;1093;p85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85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8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8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8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85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8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8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85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2" name="Google Shape;1102;p8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3" name="Google Shape;1103;p8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8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8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8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7" name="Google Shape;1107;p85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8" name="Google Shape;1108;p85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9" name="Google Shape;1109;p85"/>
          <p:cNvSpPr/>
          <p:nvPr>
            <p:ph idx="2" type="pic"/>
          </p:nvPr>
        </p:nvSpPr>
        <p:spPr>
          <a:xfrm>
            <a:off x="1020450" y="1016000"/>
            <a:ext cx="7107600" cy="30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21_1_2"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8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2" name="Google Shape;1112;p8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3" name="Google Shape;1113;p8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8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86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6" name="Google Shape;1116;p86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7" name="Google Shape;1117;p8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8" name="Google Shape;1118;p86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8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8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8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8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8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8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5" name="Google Shape;1125;p8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6" name="Google Shape;1126;p8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7" name="Google Shape;1127;p8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8" name="Google Shape;1128;p8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9" name="Google Shape;1129;p8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8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p8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8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8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8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86"/>
          <p:cNvSpPr txBox="1"/>
          <p:nvPr>
            <p:ph type="title"/>
          </p:nvPr>
        </p:nvSpPr>
        <p:spPr>
          <a:xfrm>
            <a:off x="314425" y="314675"/>
            <a:ext cx="8538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136" name="Google Shape;1136;p86"/>
          <p:cNvSpPr/>
          <p:nvPr>
            <p:ph idx="2" type="pic"/>
          </p:nvPr>
        </p:nvSpPr>
        <p:spPr>
          <a:xfrm>
            <a:off x="3908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37" name="Google Shape;1137;p86"/>
          <p:cNvSpPr/>
          <p:nvPr>
            <p:ph idx="3" type="pic"/>
          </p:nvPr>
        </p:nvSpPr>
        <p:spPr>
          <a:xfrm>
            <a:off x="3908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38" name="Google Shape;1138;p86"/>
          <p:cNvSpPr/>
          <p:nvPr>
            <p:ph idx="4" type="pic"/>
          </p:nvPr>
        </p:nvSpPr>
        <p:spPr>
          <a:xfrm>
            <a:off x="3908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39" name="Google Shape;1139;p86"/>
          <p:cNvSpPr/>
          <p:nvPr>
            <p:ph idx="5" type="pic"/>
          </p:nvPr>
        </p:nvSpPr>
        <p:spPr>
          <a:xfrm>
            <a:off x="344615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0" name="Google Shape;1140;p86"/>
          <p:cNvSpPr/>
          <p:nvPr>
            <p:ph idx="6" type="pic"/>
          </p:nvPr>
        </p:nvSpPr>
        <p:spPr>
          <a:xfrm>
            <a:off x="344615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1" name="Google Shape;1141;p86"/>
          <p:cNvSpPr/>
          <p:nvPr>
            <p:ph idx="7" type="pic"/>
          </p:nvPr>
        </p:nvSpPr>
        <p:spPr>
          <a:xfrm>
            <a:off x="344615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2" name="Google Shape;1142;p86"/>
          <p:cNvSpPr/>
          <p:nvPr>
            <p:ph idx="8" type="pic"/>
          </p:nvPr>
        </p:nvSpPr>
        <p:spPr>
          <a:xfrm>
            <a:off x="65015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3" name="Google Shape;1143;p86"/>
          <p:cNvSpPr/>
          <p:nvPr>
            <p:ph idx="9" type="pic"/>
          </p:nvPr>
        </p:nvSpPr>
        <p:spPr>
          <a:xfrm>
            <a:off x="65015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4" name="Google Shape;1144;p86"/>
          <p:cNvSpPr/>
          <p:nvPr>
            <p:ph idx="13" type="pic"/>
          </p:nvPr>
        </p:nvSpPr>
        <p:spPr>
          <a:xfrm>
            <a:off x="65015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CUSTOM_1"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0" name="Google Shape;1150;p8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151" name="Google Shape;1151;p8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8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8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4" name="Google Shape;1154;p8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155" name="Google Shape;1155;p88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6" name="Google Shape;1156;p88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57" name="Google Shape;1157;p88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58" name="Google Shape;1158;p88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89"/>
          <p:cNvSpPr/>
          <p:nvPr/>
        </p:nvSpPr>
        <p:spPr>
          <a:xfrm>
            <a:off x="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89"/>
          <p:cNvSpPr txBox="1"/>
          <p:nvPr>
            <p:ph idx="1" type="subTitle"/>
          </p:nvPr>
        </p:nvSpPr>
        <p:spPr>
          <a:xfrm>
            <a:off x="2418125" y="2878925"/>
            <a:ext cx="53256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2" name="Google Shape;1162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3" name="Google Shape;1163;p89"/>
          <p:cNvSpPr/>
          <p:nvPr/>
        </p:nvSpPr>
        <p:spPr>
          <a:xfrm>
            <a:off x="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89"/>
          <p:cNvSpPr/>
          <p:nvPr/>
        </p:nvSpPr>
        <p:spPr>
          <a:xfrm>
            <a:off x="257100" y="3085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89"/>
          <p:cNvSpPr/>
          <p:nvPr/>
        </p:nvSpPr>
        <p:spPr>
          <a:xfrm>
            <a:off x="257100" y="16752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89"/>
          <p:cNvSpPr/>
          <p:nvPr/>
        </p:nvSpPr>
        <p:spPr>
          <a:xfrm>
            <a:off x="103650" y="224327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89"/>
          <p:cNvSpPr/>
          <p:nvPr/>
        </p:nvSpPr>
        <p:spPr>
          <a:xfrm>
            <a:off x="442050" y="23782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89"/>
          <p:cNvSpPr/>
          <p:nvPr/>
        </p:nvSpPr>
        <p:spPr>
          <a:xfrm rot="5400000">
            <a:off x="805497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89"/>
          <p:cNvSpPr/>
          <p:nvPr/>
        </p:nvSpPr>
        <p:spPr>
          <a:xfrm rot="10800000">
            <a:off x="805497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0" name="Google Shape;1170;p89"/>
          <p:cNvGrpSpPr/>
          <p:nvPr/>
        </p:nvGrpSpPr>
        <p:grpSpPr>
          <a:xfrm>
            <a:off x="1249800" y="76325"/>
            <a:ext cx="7808400" cy="5067300"/>
            <a:chOff x="1249800" y="76325"/>
            <a:chExt cx="7808400" cy="5067300"/>
          </a:xfrm>
        </p:grpSpPr>
        <p:cxnSp>
          <p:nvCxnSpPr>
            <p:cNvPr id="1171" name="Google Shape;1171;p89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2" name="Google Shape;1172;p89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73" name="Google Shape;1173;p89"/>
          <p:cNvGrpSpPr/>
          <p:nvPr/>
        </p:nvGrpSpPr>
        <p:grpSpPr>
          <a:xfrm>
            <a:off x="1249800" y="162125"/>
            <a:ext cx="7722600" cy="4981500"/>
            <a:chOff x="1249800" y="162125"/>
            <a:chExt cx="7722600" cy="4981500"/>
          </a:xfrm>
        </p:grpSpPr>
        <p:cxnSp>
          <p:nvCxnSpPr>
            <p:cNvPr id="1174" name="Google Shape;1174;p89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5" name="Google Shape;1175;p89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76" name="Google Shape;1176;p89"/>
          <p:cNvGrpSpPr/>
          <p:nvPr/>
        </p:nvGrpSpPr>
        <p:grpSpPr>
          <a:xfrm>
            <a:off x="1249800" y="247925"/>
            <a:ext cx="7636800" cy="4895700"/>
            <a:chOff x="1249800" y="247925"/>
            <a:chExt cx="7636800" cy="4895700"/>
          </a:xfrm>
        </p:grpSpPr>
        <p:cxnSp>
          <p:nvCxnSpPr>
            <p:cNvPr id="1177" name="Google Shape;1177;p89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8" name="Google Shape;1178;p89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79" name="Google Shape;1179;p89"/>
          <p:cNvSpPr txBox="1"/>
          <p:nvPr>
            <p:ph type="ctrTitle"/>
          </p:nvPr>
        </p:nvSpPr>
        <p:spPr>
          <a:xfrm>
            <a:off x="2418125" y="1304525"/>
            <a:ext cx="5325600" cy="15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9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2" name="Google Shape;1182;p9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83" name="Google Shape;1183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9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9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87" name="Google Shape;1187;p9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88" name="Google Shape;1188;p9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9" name="Google Shape;1189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4"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2" name="Google Shape;1192;p9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3" name="Google Shape;1193;p9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4" name="Google Shape;1194;p9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5" name="Google Shape;1195;p9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6" name="Google Shape;1196;p9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etails">
  <p:cSld name="TITLE_1">
    <p:bg>
      <p:bgPr>
        <a:solidFill>
          <a:schemeClr val="lt2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93"/>
          <p:cNvSpPr/>
          <p:nvPr/>
        </p:nvSpPr>
        <p:spPr>
          <a:xfrm>
            <a:off x="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93"/>
          <p:cNvSpPr txBox="1"/>
          <p:nvPr>
            <p:ph idx="1" type="subTitle"/>
          </p:nvPr>
        </p:nvSpPr>
        <p:spPr>
          <a:xfrm>
            <a:off x="2418125" y="2878925"/>
            <a:ext cx="53256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0" name="Google Shape;1200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1" name="Google Shape;1201;p93"/>
          <p:cNvSpPr/>
          <p:nvPr/>
        </p:nvSpPr>
        <p:spPr>
          <a:xfrm>
            <a:off x="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93"/>
          <p:cNvSpPr/>
          <p:nvPr/>
        </p:nvSpPr>
        <p:spPr>
          <a:xfrm>
            <a:off x="257100" y="3085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93"/>
          <p:cNvSpPr/>
          <p:nvPr/>
        </p:nvSpPr>
        <p:spPr>
          <a:xfrm>
            <a:off x="257100" y="16752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93"/>
          <p:cNvSpPr/>
          <p:nvPr/>
        </p:nvSpPr>
        <p:spPr>
          <a:xfrm>
            <a:off x="103650" y="224327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93"/>
          <p:cNvSpPr/>
          <p:nvPr/>
        </p:nvSpPr>
        <p:spPr>
          <a:xfrm>
            <a:off x="442050" y="23782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93"/>
          <p:cNvSpPr/>
          <p:nvPr/>
        </p:nvSpPr>
        <p:spPr>
          <a:xfrm rot="5400000">
            <a:off x="805497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93"/>
          <p:cNvSpPr/>
          <p:nvPr/>
        </p:nvSpPr>
        <p:spPr>
          <a:xfrm rot="10800000">
            <a:off x="805497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8" name="Google Shape;1208;p93"/>
          <p:cNvGrpSpPr/>
          <p:nvPr/>
        </p:nvGrpSpPr>
        <p:grpSpPr>
          <a:xfrm>
            <a:off x="1249800" y="76325"/>
            <a:ext cx="7808400" cy="5067300"/>
            <a:chOff x="1249800" y="76325"/>
            <a:chExt cx="7808400" cy="5067300"/>
          </a:xfrm>
        </p:grpSpPr>
        <p:cxnSp>
          <p:nvCxnSpPr>
            <p:cNvPr id="1209" name="Google Shape;1209;p93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0" name="Google Shape;1210;p93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11" name="Google Shape;1211;p93"/>
          <p:cNvGrpSpPr/>
          <p:nvPr/>
        </p:nvGrpSpPr>
        <p:grpSpPr>
          <a:xfrm>
            <a:off x="1249800" y="162125"/>
            <a:ext cx="7722600" cy="4981500"/>
            <a:chOff x="1249800" y="162125"/>
            <a:chExt cx="7722600" cy="4981500"/>
          </a:xfrm>
        </p:grpSpPr>
        <p:cxnSp>
          <p:nvCxnSpPr>
            <p:cNvPr id="1212" name="Google Shape;1212;p93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3" name="Google Shape;1213;p93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14" name="Google Shape;1214;p93"/>
          <p:cNvGrpSpPr/>
          <p:nvPr/>
        </p:nvGrpSpPr>
        <p:grpSpPr>
          <a:xfrm>
            <a:off x="1249800" y="247925"/>
            <a:ext cx="7636800" cy="4895700"/>
            <a:chOff x="1249800" y="247925"/>
            <a:chExt cx="7636800" cy="4895700"/>
          </a:xfrm>
        </p:grpSpPr>
        <p:cxnSp>
          <p:nvCxnSpPr>
            <p:cNvPr id="1215" name="Google Shape;1215;p93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6" name="Google Shape;1216;p93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17" name="Google Shape;1217;p93"/>
          <p:cNvSpPr txBox="1"/>
          <p:nvPr>
            <p:ph type="ctrTitle"/>
          </p:nvPr>
        </p:nvSpPr>
        <p:spPr>
          <a:xfrm>
            <a:off x="2418125" y="1304525"/>
            <a:ext cx="5325600" cy="15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18" name="Google Shape;1218;p93"/>
          <p:cNvSpPr txBox="1"/>
          <p:nvPr>
            <p:ph idx="2" type="subTitle"/>
          </p:nvPr>
        </p:nvSpPr>
        <p:spPr>
          <a:xfrm>
            <a:off x="2418125" y="3777425"/>
            <a:ext cx="21981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19" name="Google Shape;1219;p93"/>
          <p:cNvSpPr txBox="1"/>
          <p:nvPr>
            <p:ph idx="3" type="subTitle"/>
          </p:nvPr>
        </p:nvSpPr>
        <p:spPr>
          <a:xfrm>
            <a:off x="5545625" y="3777425"/>
            <a:ext cx="21981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20" name="Google Shape;1220;p93"/>
          <p:cNvSpPr txBox="1"/>
          <p:nvPr>
            <p:ph idx="4" type="subTitle"/>
          </p:nvPr>
        </p:nvSpPr>
        <p:spPr>
          <a:xfrm rot="-5400000">
            <a:off x="-225675" y="945575"/>
            <a:ext cx="170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21" name="Google Shape;1221;p93"/>
          <p:cNvSpPr txBox="1"/>
          <p:nvPr>
            <p:ph idx="5" type="subTitle"/>
          </p:nvPr>
        </p:nvSpPr>
        <p:spPr>
          <a:xfrm rot="-5400000">
            <a:off x="-225675" y="3868125"/>
            <a:ext cx="170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22" name="Google Shape;1222;p93"/>
          <p:cNvSpPr txBox="1"/>
          <p:nvPr>
            <p:ph idx="6" type="body"/>
          </p:nvPr>
        </p:nvSpPr>
        <p:spPr>
          <a:xfrm>
            <a:off x="2418125" y="4033925"/>
            <a:ext cx="21981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23" name="Google Shape;1223;p93"/>
          <p:cNvSpPr txBox="1"/>
          <p:nvPr>
            <p:ph idx="7" type="body"/>
          </p:nvPr>
        </p:nvSpPr>
        <p:spPr>
          <a:xfrm>
            <a:off x="5545613" y="4033925"/>
            <a:ext cx="21981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5" name="Google Shape;1225;p9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26" name="Google Shape;1226;p9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9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9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9" name="Google Shape;1229;p94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30" name="Google Shape;1230;p94"/>
          <p:cNvSpPr txBox="1"/>
          <p:nvPr>
            <p:ph idx="1" type="subTitle"/>
          </p:nvPr>
        </p:nvSpPr>
        <p:spPr>
          <a:xfrm>
            <a:off x="4837750" y="766750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1" name="Google Shape;1231;p94"/>
          <p:cNvSpPr txBox="1"/>
          <p:nvPr>
            <p:ph idx="2" type="subTitle"/>
          </p:nvPr>
        </p:nvSpPr>
        <p:spPr>
          <a:xfrm>
            <a:off x="4837750" y="1099491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2" name="Google Shape;1232;p94"/>
          <p:cNvSpPr txBox="1"/>
          <p:nvPr>
            <p:ph idx="3" type="subTitle"/>
          </p:nvPr>
        </p:nvSpPr>
        <p:spPr>
          <a:xfrm>
            <a:off x="4837750" y="1432233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3" name="Google Shape;1233;p94"/>
          <p:cNvSpPr txBox="1"/>
          <p:nvPr>
            <p:ph idx="4" type="subTitle"/>
          </p:nvPr>
        </p:nvSpPr>
        <p:spPr>
          <a:xfrm>
            <a:off x="4837750" y="1764974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4" name="Google Shape;1234;p94"/>
          <p:cNvSpPr txBox="1"/>
          <p:nvPr>
            <p:ph idx="5" type="subTitle"/>
          </p:nvPr>
        </p:nvSpPr>
        <p:spPr>
          <a:xfrm>
            <a:off x="4837750" y="2097715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5" name="Google Shape;1235;p94"/>
          <p:cNvSpPr txBox="1"/>
          <p:nvPr>
            <p:ph idx="6" type="subTitle"/>
          </p:nvPr>
        </p:nvSpPr>
        <p:spPr>
          <a:xfrm>
            <a:off x="4837750" y="2430456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6" name="Google Shape;1236;p94"/>
          <p:cNvSpPr txBox="1"/>
          <p:nvPr>
            <p:ph idx="7" type="subTitle"/>
          </p:nvPr>
        </p:nvSpPr>
        <p:spPr>
          <a:xfrm>
            <a:off x="4837750" y="276319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7" name="Google Shape;1237;p94"/>
          <p:cNvSpPr txBox="1"/>
          <p:nvPr>
            <p:ph idx="8" type="subTitle"/>
          </p:nvPr>
        </p:nvSpPr>
        <p:spPr>
          <a:xfrm>
            <a:off x="4837750" y="3095939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8" name="Google Shape;1238;p94"/>
          <p:cNvSpPr txBox="1"/>
          <p:nvPr>
            <p:ph idx="9" type="subTitle"/>
          </p:nvPr>
        </p:nvSpPr>
        <p:spPr>
          <a:xfrm>
            <a:off x="4837750" y="3428680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9" name="Google Shape;1239;p94"/>
          <p:cNvSpPr txBox="1"/>
          <p:nvPr>
            <p:ph idx="13" type="subTitle"/>
          </p:nvPr>
        </p:nvSpPr>
        <p:spPr>
          <a:xfrm>
            <a:off x="4837750" y="3761421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0" name="Google Shape;1240;p94"/>
          <p:cNvSpPr txBox="1"/>
          <p:nvPr>
            <p:ph idx="14" type="subTitle"/>
          </p:nvPr>
        </p:nvSpPr>
        <p:spPr>
          <a:xfrm>
            <a:off x="4837750" y="4094163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1" name="Google Shape;1241;p9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242" name="Google Shape;1242;p94"/>
          <p:cNvSpPr txBox="1"/>
          <p:nvPr>
            <p:ph idx="15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43" name="Google Shape;1243;p94"/>
          <p:cNvSpPr txBox="1"/>
          <p:nvPr>
            <p:ph idx="16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44" name="Google Shape;1244;p94"/>
          <p:cNvSpPr txBox="1"/>
          <p:nvPr>
            <p:ph idx="17" type="title"/>
          </p:nvPr>
        </p:nvSpPr>
        <p:spPr>
          <a:xfrm>
            <a:off x="8155150" y="1099488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5" name="Google Shape;1245;p94"/>
          <p:cNvSpPr txBox="1"/>
          <p:nvPr>
            <p:ph idx="18" type="title"/>
          </p:nvPr>
        </p:nvSpPr>
        <p:spPr>
          <a:xfrm>
            <a:off x="8155150" y="1432225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6" name="Google Shape;1246;p94"/>
          <p:cNvSpPr txBox="1"/>
          <p:nvPr>
            <p:ph idx="19" type="title"/>
          </p:nvPr>
        </p:nvSpPr>
        <p:spPr>
          <a:xfrm>
            <a:off x="8155150" y="1764975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7" name="Google Shape;1247;p94"/>
          <p:cNvSpPr txBox="1"/>
          <p:nvPr>
            <p:ph idx="20" type="title"/>
          </p:nvPr>
        </p:nvSpPr>
        <p:spPr>
          <a:xfrm>
            <a:off x="8155150" y="2097713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8" name="Google Shape;1248;p94"/>
          <p:cNvSpPr txBox="1"/>
          <p:nvPr>
            <p:ph idx="21" type="title"/>
          </p:nvPr>
        </p:nvSpPr>
        <p:spPr>
          <a:xfrm>
            <a:off x="8155150" y="2430438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9" name="Google Shape;1249;p94"/>
          <p:cNvSpPr txBox="1"/>
          <p:nvPr>
            <p:ph idx="22" type="title"/>
          </p:nvPr>
        </p:nvSpPr>
        <p:spPr>
          <a:xfrm>
            <a:off x="8155150" y="2763188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0" name="Google Shape;1250;p94"/>
          <p:cNvSpPr txBox="1"/>
          <p:nvPr>
            <p:ph idx="23" type="title"/>
          </p:nvPr>
        </p:nvSpPr>
        <p:spPr>
          <a:xfrm>
            <a:off x="8155150" y="3095925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1" name="Google Shape;1251;p94"/>
          <p:cNvSpPr txBox="1"/>
          <p:nvPr>
            <p:ph idx="24" type="title"/>
          </p:nvPr>
        </p:nvSpPr>
        <p:spPr>
          <a:xfrm>
            <a:off x="8155150" y="3428688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2" name="Google Shape;1252;p94"/>
          <p:cNvSpPr txBox="1"/>
          <p:nvPr>
            <p:ph idx="25" type="title"/>
          </p:nvPr>
        </p:nvSpPr>
        <p:spPr>
          <a:xfrm>
            <a:off x="8155150" y="3761400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3" name="Google Shape;1253;p94"/>
          <p:cNvSpPr txBox="1"/>
          <p:nvPr>
            <p:ph idx="26" type="title"/>
          </p:nvPr>
        </p:nvSpPr>
        <p:spPr>
          <a:xfrm>
            <a:off x="8155150" y="4094150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4" name="Google Shape;1254;p94"/>
          <p:cNvSpPr txBox="1"/>
          <p:nvPr>
            <p:ph idx="27" type="title"/>
          </p:nvPr>
        </p:nvSpPr>
        <p:spPr>
          <a:xfrm>
            <a:off x="8155150" y="766763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4"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6" name="Google Shape;1256;p95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57" name="Google Shape;1257;p95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95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9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0" name="Google Shape;1260;p9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261" name="Google Shape;1261;p95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62" name="Google Shape;1262;p95"/>
          <p:cNvSpPr/>
          <p:nvPr/>
        </p:nvSpPr>
        <p:spPr>
          <a:xfrm rot="10800000">
            <a:off x="4795425" y="10306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95"/>
          <p:cNvSpPr txBox="1"/>
          <p:nvPr>
            <p:ph idx="1" type="subTitle"/>
          </p:nvPr>
        </p:nvSpPr>
        <p:spPr>
          <a:xfrm>
            <a:off x="4931528" y="11084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64" name="Google Shape;1264;p95"/>
          <p:cNvSpPr/>
          <p:nvPr/>
        </p:nvSpPr>
        <p:spPr>
          <a:xfrm rot="10800000">
            <a:off x="4795425" y="15594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95"/>
          <p:cNvSpPr txBox="1"/>
          <p:nvPr>
            <p:ph idx="2" type="subTitle"/>
          </p:nvPr>
        </p:nvSpPr>
        <p:spPr>
          <a:xfrm>
            <a:off x="4931528" y="16372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66" name="Google Shape;1266;p95"/>
          <p:cNvSpPr/>
          <p:nvPr/>
        </p:nvSpPr>
        <p:spPr>
          <a:xfrm rot="10800000">
            <a:off x="4795425" y="20882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95"/>
          <p:cNvSpPr txBox="1"/>
          <p:nvPr>
            <p:ph idx="3" type="subTitle"/>
          </p:nvPr>
        </p:nvSpPr>
        <p:spPr>
          <a:xfrm>
            <a:off x="4931528" y="21660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68" name="Google Shape;1268;p95"/>
          <p:cNvSpPr/>
          <p:nvPr/>
        </p:nvSpPr>
        <p:spPr>
          <a:xfrm rot="10800000">
            <a:off x="4795425" y="26170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95"/>
          <p:cNvSpPr txBox="1"/>
          <p:nvPr>
            <p:ph idx="4" type="subTitle"/>
          </p:nvPr>
        </p:nvSpPr>
        <p:spPr>
          <a:xfrm>
            <a:off x="4931528" y="26948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70" name="Google Shape;1270;p95"/>
          <p:cNvSpPr/>
          <p:nvPr/>
        </p:nvSpPr>
        <p:spPr>
          <a:xfrm rot="10800000">
            <a:off x="4795425" y="31458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95"/>
          <p:cNvSpPr txBox="1"/>
          <p:nvPr>
            <p:ph idx="5" type="subTitle"/>
          </p:nvPr>
        </p:nvSpPr>
        <p:spPr>
          <a:xfrm>
            <a:off x="4931528" y="32236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72" name="Google Shape;1272;p95"/>
          <p:cNvSpPr/>
          <p:nvPr/>
        </p:nvSpPr>
        <p:spPr>
          <a:xfrm rot="10800000">
            <a:off x="4795425" y="36746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95"/>
          <p:cNvSpPr txBox="1"/>
          <p:nvPr>
            <p:ph idx="6" type="subTitle"/>
          </p:nvPr>
        </p:nvSpPr>
        <p:spPr>
          <a:xfrm>
            <a:off x="4931528" y="37524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SECTION_HEADER_1"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5" name="Google Shape;1275;p9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76" name="Google Shape;1276;p9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9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9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9" name="Google Shape;1279;p96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0" name="Google Shape;1280;p9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281" name="Google Shape;1281;p96"/>
          <p:cNvSpPr txBox="1"/>
          <p:nvPr>
            <p:ph idx="1" type="body"/>
          </p:nvPr>
        </p:nvSpPr>
        <p:spPr>
          <a:xfrm>
            <a:off x="4829450" y="1385875"/>
            <a:ext cx="3849300" cy="23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3"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3" name="Google Shape;1283;p9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84" name="Google Shape;1284;p9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9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9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7" name="Google Shape;1287;p9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288" name="Google Shape;1288;p97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9" name="Google Shape;1289;p97"/>
          <p:cNvSpPr txBox="1"/>
          <p:nvPr>
            <p:ph idx="1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2"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1" name="Google Shape;1291;p9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92" name="Google Shape;1292;p9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9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9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5" name="Google Shape;1295;p9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1296" name="Google Shape;1296;p98"/>
          <p:cNvGrpSpPr/>
          <p:nvPr/>
        </p:nvGrpSpPr>
        <p:grpSpPr>
          <a:xfrm>
            <a:off x="352550" y="0"/>
            <a:ext cx="640200" cy="4039455"/>
            <a:chOff x="3245525" y="0"/>
            <a:chExt cx="640200" cy="4306455"/>
          </a:xfrm>
        </p:grpSpPr>
        <p:sp>
          <p:nvSpPr>
            <p:cNvPr id="1297" name="Google Shape;1297;p98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98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9" name="Google Shape;1299;p98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2_1"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1" name="Google Shape;1301;p9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02" name="Google Shape;1302;p9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9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9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5" name="Google Shape;1305;p9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06" name="Google Shape;1306;p99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with footer">
  <p:cSld name="CUSTOM_1_2_1_1"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8" name="Google Shape;1308;p10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09" name="Google Shape;1309;p10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0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0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2" name="Google Shape;1312;p10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13" name="Google Shape;1313;p100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4" name="Google Shape;1314;p100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5" name="Google Shape;1315;p100"/>
          <p:cNvSpPr txBox="1"/>
          <p:nvPr>
            <p:ph idx="3" type="body"/>
          </p:nvPr>
        </p:nvSpPr>
        <p:spPr>
          <a:xfrm>
            <a:off x="5953000" y="21925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6" name="Google Shape;1316;p100"/>
          <p:cNvSpPr txBox="1"/>
          <p:nvPr>
            <p:ph type="title"/>
          </p:nvPr>
        </p:nvSpPr>
        <p:spPr>
          <a:xfrm>
            <a:off x="457200" y="1106125"/>
            <a:ext cx="47946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2_1_1_1"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8" name="Google Shape;1318;p10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19" name="Google Shape;1319;p10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0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0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2" name="Google Shape;1322;p10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23" name="Google Shape;1323;p101"/>
          <p:cNvSpPr txBox="1"/>
          <p:nvPr>
            <p:ph type="title"/>
          </p:nvPr>
        </p:nvSpPr>
        <p:spPr>
          <a:xfrm>
            <a:off x="457200" y="1106125"/>
            <a:ext cx="47946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/>
        </p:txBody>
      </p:sp>
      <p:sp>
        <p:nvSpPr>
          <p:cNvPr id="1324" name="Google Shape;1324;p101"/>
          <p:cNvSpPr txBox="1"/>
          <p:nvPr>
            <p:ph idx="1" type="body"/>
          </p:nvPr>
        </p:nvSpPr>
        <p:spPr>
          <a:xfrm>
            <a:off x="5953000" y="21925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footer">
  <p:cSld name="CUSTOM_1_1"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6" name="Google Shape;1326;p10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27" name="Google Shape;1327;p10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0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0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0" name="Google Shape;1330;p10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31" name="Google Shape;1331;p102"/>
          <p:cNvSpPr txBox="1"/>
          <p:nvPr>
            <p:ph type="title"/>
          </p:nvPr>
        </p:nvSpPr>
        <p:spPr>
          <a:xfrm>
            <a:off x="4829450" y="2249350"/>
            <a:ext cx="38493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2" name="Google Shape;1332;p102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33" name="Google Shape;1333;p102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34" name="Google Shape;1334;p102"/>
          <p:cNvSpPr txBox="1"/>
          <p:nvPr>
            <p:ph idx="3" type="body"/>
          </p:nvPr>
        </p:nvSpPr>
        <p:spPr>
          <a:xfrm>
            <a:off x="4829450" y="3077525"/>
            <a:ext cx="38493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35" name="Google Shape;1335;p102"/>
          <p:cNvSpPr txBox="1"/>
          <p:nvPr>
            <p:ph idx="4" type="subTitle"/>
          </p:nvPr>
        </p:nvSpPr>
        <p:spPr>
          <a:xfrm>
            <a:off x="4829450" y="685800"/>
            <a:ext cx="3849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6" name="Google Shape;1336;p102"/>
          <p:cNvSpPr/>
          <p:nvPr>
            <p:ph idx="5" type="pic"/>
          </p:nvPr>
        </p:nvSpPr>
        <p:spPr>
          <a:xfrm>
            <a:off x="457200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2"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8" name="Google Shape;1338;p10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39" name="Google Shape;1339;p10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0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0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2" name="Google Shape;1342;p10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43" name="Google Shape;1343;p103"/>
          <p:cNvSpPr txBox="1"/>
          <p:nvPr>
            <p:ph type="title"/>
          </p:nvPr>
        </p:nvSpPr>
        <p:spPr>
          <a:xfrm>
            <a:off x="4829450" y="685800"/>
            <a:ext cx="38493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4" name="Google Shape;1344;p103"/>
          <p:cNvSpPr txBox="1"/>
          <p:nvPr>
            <p:ph idx="1" type="body"/>
          </p:nvPr>
        </p:nvSpPr>
        <p:spPr>
          <a:xfrm>
            <a:off x="4829450" y="3077525"/>
            <a:ext cx="38493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5" name="Google Shape;1345;p103"/>
          <p:cNvSpPr/>
          <p:nvPr>
            <p:ph idx="2" type="pic"/>
          </p:nvPr>
        </p:nvSpPr>
        <p:spPr>
          <a:xfrm>
            <a:off x="457200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2_1"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7" name="Google Shape;1347;p10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48" name="Google Shape;1348;p10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0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0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1" name="Google Shape;1351;p10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52" name="Google Shape;1352;p104"/>
          <p:cNvSpPr/>
          <p:nvPr>
            <p:ph idx="2" type="pic"/>
          </p:nvPr>
        </p:nvSpPr>
        <p:spPr>
          <a:xfrm>
            <a:off x="4931375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353" name="Google Shape;1353;p104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>
  <p:cSld name="CUSTOM_1_1_1"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5" name="Google Shape;1355;p105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56" name="Google Shape;1356;p105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05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0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9" name="Google Shape;1359;p10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60" name="Google Shape;1360;p105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61" name="Google Shape;1361;p105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1362" name="Google Shape;1362;p105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1363" name="Google Shape;1363;p105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05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5" name="Google Shape;1365;p105"/>
          <p:cNvSpPr txBox="1"/>
          <p:nvPr>
            <p:ph idx="3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105"/>
          <p:cNvSpPr txBox="1"/>
          <p:nvPr>
            <p:ph idx="4" type="body"/>
          </p:nvPr>
        </p:nvSpPr>
        <p:spPr>
          <a:xfrm>
            <a:off x="4829450" y="998844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67" name="Google Shape;1367;p105"/>
          <p:cNvSpPr txBox="1"/>
          <p:nvPr>
            <p:ph idx="5" type="subTitle"/>
          </p:nvPr>
        </p:nvSpPr>
        <p:spPr>
          <a:xfrm>
            <a:off x="4829450" y="2018873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8" name="Google Shape;1368;p105"/>
          <p:cNvSpPr txBox="1"/>
          <p:nvPr>
            <p:ph idx="6" type="body"/>
          </p:nvPr>
        </p:nvSpPr>
        <p:spPr>
          <a:xfrm>
            <a:off x="4829450" y="2249617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69" name="Google Shape;1369;p105"/>
          <p:cNvSpPr txBox="1"/>
          <p:nvPr>
            <p:ph idx="7" type="subTitle"/>
          </p:nvPr>
        </p:nvSpPr>
        <p:spPr>
          <a:xfrm>
            <a:off x="4829450" y="3274833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0" name="Google Shape;1370;p105"/>
          <p:cNvSpPr txBox="1"/>
          <p:nvPr>
            <p:ph idx="8" type="body"/>
          </p:nvPr>
        </p:nvSpPr>
        <p:spPr>
          <a:xfrm>
            <a:off x="4829450" y="3505577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1" name="Google Shape;1371;p105"/>
          <p:cNvSpPr txBox="1"/>
          <p:nvPr>
            <p:ph type="ctrTitle"/>
          </p:nvPr>
        </p:nvSpPr>
        <p:spPr>
          <a:xfrm>
            <a:off x="352550" y="2171700"/>
            <a:ext cx="3219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4"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oogle Shape;1373;p10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74" name="Google Shape;1374;p10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0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0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7" name="Google Shape;1377;p10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1378" name="Google Shape;1378;p106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1379" name="Google Shape;1379;p106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06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1" name="Google Shape;1381;p106"/>
          <p:cNvSpPr txBox="1"/>
          <p:nvPr>
            <p:ph idx="1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2" name="Google Shape;1382;p106"/>
          <p:cNvSpPr txBox="1"/>
          <p:nvPr>
            <p:ph idx="2" type="body"/>
          </p:nvPr>
        </p:nvSpPr>
        <p:spPr>
          <a:xfrm>
            <a:off x="4829450" y="998844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3" name="Google Shape;1383;p106"/>
          <p:cNvSpPr txBox="1"/>
          <p:nvPr>
            <p:ph idx="3" type="subTitle"/>
          </p:nvPr>
        </p:nvSpPr>
        <p:spPr>
          <a:xfrm>
            <a:off x="4829450" y="2018873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4" name="Google Shape;1384;p106"/>
          <p:cNvSpPr txBox="1"/>
          <p:nvPr>
            <p:ph idx="4" type="body"/>
          </p:nvPr>
        </p:nvSpPr>
        <p:spPr>
          <a:xfrm>
            <a:off x="4829450" y="2249617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5" name="Google Shape;1385;p106"/>
          <p:cNvSpPr txBox="1"/>
          <p:nvPr>
            <p:ph idx="5" type="subTitle"/>
          </p:nvPr>
        </p:nvSpPr>
        <p:spPr>
          <a:xfrm>
            <a:off x="4829450" y="3274833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6" name="Google Shape;1386;p106"/>
          <p:cNvSpPr txBox="1"/>
          <p:nvPr>
            <p:ph idx="6" type="body"/>
          </p:nvPr>
        </p:nvSpPr>
        <p:spPr>
          <a:xfrm>
            <a:off x="4829450" y="3505577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7" name="Google Shape;1387;p106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1_1_1_3"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9" name="Google Shape;1389;p10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90" name="Google Shape;1390;p10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0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0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3" name="Google Shape;1393;p10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94" name="Google Shape;1394;p107"/>
          <p:cNvSpPr txBox="1"/>
          <p:nvPr>
            <p:ph idx="1" type="subTitle"/>
          </p:nvPr>
        </p:nvSpPr>
        <p:spPr>
          <a:xfrm>
            <a:off x="4829450" y="174145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5" name="Google Shape;1395;p107"/>
          <p:cNvSpPr txBox="1"/>
          <p:nvPr>
            <p:ph idx="2" type="body"/>
          </p:nvPr>
        </p:nvSpPr>
        <p:spPr>
          <a:xfrm>
            <a:off x="4829450" y="1972200"/>
            <a:ext cx="3765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1396" name="Google Shape;1396;p107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1397" name="Google Shape;1397;p107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07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9" name="Google Shape;1399;p107"/>
          <p:cNvSpPr txBox="1"/>
          <p:nvPr>
            <p:ph idx="3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0" name="Google Shape;1400;p107"/>
          <p:cNvSpPr txBox="1"/>
          <p:nvPr>
            <p:ph idx="4" type="body"/>
          </p:nvPr>
        </p:nvSpPr>
        <p:spPr>
          <a:xfrm>
            <a:off x="4829450" y="998850"/>
            <a:ext cx="3765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01" name="Google Shape;1401;p107"/>
          <p:cNvSpPr txBox="1"/>
          <p:nvPr>
            <p:ph idx="5" type="subTitle"/>
          </p:nvPr>
        </p:nvSpPr>
        <p:spPr>
          <a:xfrm>
            <a:off x="4829450" y="27148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2" name="Google Shape;1402;p107"/>
          <p:cNvSpPr txBox="1"/>
          <p:nvPr>
            <p:ph idx="6" type="body"/>
          </p:nvPr>
        </p:nvSpPr>
        <p:spPr>
          <a:xfrm>
            <a:off x="4829450" y="2945550"/>
            <a:ext cx="3765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03" name="Google Shape;1403;p107"/>
          <p:cNvSpPr txBox="1"/>
          <p:nvPr>
            <p:ph idx="7" type="subTitle"/>
          </p:nvPr>
        </p:nvSpPr>
        <p:spPr>
          <a:xfrm>
            <a:off x="4829450" y="368815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4" name="Google Shape;1404;p107"/>
          <p:cNvSpPr txBox="1"/>
          <p:nvPr>
            <p:ph idx="8" type="body"/>
          </p:nvPr>
        </p:nvSpPr>
        <p:spPr>
          <a:xfrm>
            <a:off x="4829450" y="3918900"/>
            <a:ext cx="3765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05" name="Google Shape;1405;p107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10">
          <p15:clr>
            <a:srgbClr val="E46962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big ideas">
  <p:cSld name="CUSTOM_1_1_1_2"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7" name="Google Shape;1407;p10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08" name="Google Shape;1408;p10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0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0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1" name="Google Shape;1411;p10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1412" name="Google Shape;1412;p108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1413" name="Google Shape;1413;p108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08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5" name="Google Shape;1415;p108"/>
          <p:cNvSpPr txBox="1"/>
          <p:nvPr>
            <p:ph idx="1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6" name="Google Shape;1416;p108"/>
          <p:cNvSpPr txBox="1"/>
          <p:nvPr>
            <p:ph idx="2" type="subTitle"/>
          </p:nvPr>
        </p:nvSpPr>
        <p:spPr>
          <a:xfrm>
            <a:off x="4829450" y="768098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7" name="Google Shape;1417;p108"/>
          <p:cNvSpPr txBox="1"/>
          <p:nvPr>
            <p:ph idx="3" type="body"/>
          </p:nvPr>
        </p:nvSpPr>
        <p:spPr>
          <a:xfrm>
            <a:off x="4829450" y="998850"/>
            <a:ext cx="37650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18" name="Google Shape;1418;p108"/>
          <p:cNvSpPr txBox="1"/>
          <p:nvPr>
            <p:ph idx="4" type="subTitle"/>
          </p:nvPr>
        </p:nvSpPr>
        <p:spPr>
          <a:xfrm>
            <a:off x="4829450" y="2571748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9" name="Google Shape;1419;p108"/>
          <p:cNvSpPr txBox="1"/>
          <p:nvPr>
            <p:ph idx="5" type="body"/>
          </p:nvPr>
        </p:nvSpPr>
        <p:spPr>
          <a:xfrm>
            <a:off x="4829450" y="2802500"/>
            <a:ext cx="37650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20" name="Google Shape;1420;p108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with footer">
  <p:cSld name="CUSTOM_1_1_1_1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2" name="Google Shape;1422;p10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23" name="Google Shape;1423;p10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0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0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6" name="Google Shape;1426;p10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27" name="Google Shape;1427;p109"/>
          <p:cNvSpPr txBox="1"/>
          <p:nvPr>
            <p:ph idx="1" type="body"/>
          </p:nvPr>
        </p:nvSpPr>
        <p:spPr>
          <a:xfrm>
            <a:off x="1985550" y="3609025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28" name="Google Shape;1428;p109"/>
          <p:cNvSpPr txBox="1"/>
          <p:nvPr>
            <p:ph idx="2" type="body"/>
          </p:nvPr>
        </p:nvSpPr>
        <p:spPr>
          <a:xfrm>
            <a:off x="366100" y="1528100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29" name="Google Shape;1429;p109"/>
          <p:cNvSpPr txBox="1"/>
          <p:nvPr>
            <p:ph idx="3" type="body"/>
          </p:nvPr>
        </p:nvSpPr>
        <p:spPr>
          <a:xfrm>
            <a:off x="6920925" y="1528100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30" name="Google Shape;1430;p109"/>
          <p:cNvSpPr txBox="1"/>
          <p:nvPr>
            <p:ph idx="4" type="body"/>
          </p:nvPr>
        </p:nvSpPr>
        <p:spPr>
          <a:xfrm>
            <a:off x="3630125" y="1528100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31" name="Google Shape;1431;p109"/>
          <p:cNvSpPr txBox="1"/>
          <p:nvPr>
            <p:ph idx="5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32" name="Google Shape;1432;p109"/>
          <p:cNvSpPr txBox="1"/>
          <p:nvPr>
            <p:ph idx="6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1433" name="Google Shape;1433;p109"/>
          <p:cNvGrpSpPr/>
          <p:nvPr/>
        </p:nvGrpSpPr>
        <p:grpSpPr>
          <a:xfrm rot="-5400000">
            <a:off x="4010494" y="-1441999"/>
            <a:ext cx="659534" cy="8680521"/>
            <a:chOff x="3245525" y="0"/>
            <a:chExt cx="640200" cy="4306455"/>
          </a:xfrm>
        </p:grpSpPr>
        <p:sp>
          <p:nvSpPr>
            <p:cNvPr id="1434" name="Google Shape;1434;p109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09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6" name="Google Shape;1436;p109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37" name="Google Shape;1437;p109"/>
          <p:cNvSpPr txBox="1"/>
          <p:nvPr>
            <p:ph idx="7" type="subTitle"/>
          </p:nvPr>
        </p:nvSpPr>
        <p:spPr>
          <a:xfrm>
            <a:off x="2103450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38" name="Google Shape;1438;p109"/>
          <p:cNvSpPr txBox="1"/>
          <p:nvPr>
            <p:ph idx="8" type="subTitle"/>
          </p:nvPr>
        </p:nvSpPr>
        <p:spPr>
          <a:xfrm>
            <a:off x="3748031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39" name="Google Shape;1439;p109"/>
          <p:cNvSpPr txBox="1"/>
          <p:nvPr>
            <p:ph idx="9" type="subTitle"/>
          </p:nvPr>
        </p:nvSpPr>
        <p:spPr>
          <a:xfrm>
            <a:off x="5395950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40" name="Google Shape;1440;p109"/>
          <p:cNvSpPr txBox="1"/>
          <p:nvPr>
            <p:ph idx="13" type="subTitle"/>
          </p:nvPr>
        </p:nvSpPr>
        <p:spPr>
          <a:xfrm>
            <a:off x="7038825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41" name="Google Shape;1441;p109"/>
          <p:cNvSpPr txBox="1"/>
          <p:nvPr>
            <p:ph idx="14" type="subTitle"/>
          </p:nvPr>
        </p:nvSpPr>
        <p:spPr>
          <a:xfrm>
            <a:off x="457225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42" name="Google Shape;1442;p109"/>
          <p:cNvSpPr txBox="1"/>
          <p:nvPr>
            <p:ph idx="15" type="body"/>
          </p:nvPr>
        </p:nvSpPr>
        <p:spPr>
          <a:xfrm>
            <a:off x="5278050" y="3609025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 and image with footer">
  <p:cSld name="CUSTOM_1_1_1_1_1"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4" name="Google Shape;1444;p11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45" name="Google Shape;1445;p11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1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1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8" name="Google Shape;1448;p11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49" name="Google Shape;1449;p110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50" name="Google Shape;1450;p110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51" name="Google Shape;1451;p110"/>
          <p:cNvSpPr txBox="1"/>
          <p:nvPr>
            <p:ph type="title"/>
          </p:nvPr>
        </p:nvSpPr>
        <p:spPr>
          <a:xfrm>
            <a:off x="366100" y="21643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52" name="Google Shape;1452;p110"/>
          <p:cNvSpPr txBox="1"/>
          <p:nvPr>
            <p:ph idx="3" type="subTitle"/>
          </p:nvPr>
        </p:nvSpPr>
        <p:spPr>
          <a:xfrm>
            <a:off x="366100" y="30967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53" name="Google Shape;1453;p110"/>
          <p:cNvSpPr txBox="1"/>
          <p:nvPr>
            <p:ph idx="4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54" name="Google Shape;1454;p110"/>
          <p:cNvSpPr/>
          <p:nvPr>
            <p:ph idx="5" type="pic"/>
          </p:nvPr>
        </p:nvSpPr>
        <p:spPr>
          <a:xfrm>
            <a:off x="4928588" y="679925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55" name="Google Shape;1455;p110"/>
          <p:cNvSpPr/>
          <p:nvPr>
            <p:ph idx="6" type="pic"/>
          </p:nvPr>
        </p:nvSpPr>
        <p:spPr>
          <a:xfrm>
            <a:off x="457200" y="679925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56" name="Google Shape;1456;p110"/>
          <p:cNvSpPr txBox="1"/>
          <p:nvPr>
            <p:ph idx="7" type="title"/>
          </p:nvPr>
        </p:nvSpPr>
        <p:spPr>
          <a:xfrm>
            <a:off x="4837500" y="21643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57" name="Google Shape;1457;p110"/>
          <p:cNvSpPr txBox="1"/>
          <p:nvPr>
            <p:ph idx="8" type="subTitle"/>
          </p:nvPr>
        </p:nvSpPr>
        <p:spPr>
          <a:xfrm>
            <a:off x="4837500" y="30967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58" name="Google Shape;1458;p110"/>
          <p:cNvSpPr txBox="1"/>
          <p:nvPr>
            <p:ph idx="9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with footer">
  <p:cSld name="CUSTOM_1_1_1_1_1_1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0" name="Google Shape;1460;p11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61" name="Google Shape;1461;p11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1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1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4" name="Google Shape;1464;p11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65" name="Google Shape;1465;p111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66" name="Google Shape;1466;p111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67" name="Google Shape;1467;p111"/>
          <p:cNvSpPr/>
          <p:nvPr>
            <p:ph idx="3" type="pic"/>
          </p:nvPr>
        </p:nvSpPr>
        <p:spPr>
          <a:xfrm>
            <a:off x="4928588" y="1477413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68" name="Google Shape;1468;p111"/>
          <p:cNvSpPr/>
          <p:nvPr>
            <p:ph idx="4" type="pic"/>
          </p:nvPr>
        </p:nvSpPr>
        <p:spPr>
          <a:xfrm>
            <a:off x="457200" y="1495438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69" name="Google Shape;1469;p111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0" name="Google Shape;1470;p111"/>
          <p:cNvSpPr txBox="1"/>
          <p:nvPr>
            <p:ph idx="5" type="subTitle"/>
          </p:nvPr>
        </p:nvSpPr>
        <p:spPr>
          <a:xfrm>
            <a:off x="366100" y="29798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1" name="Google Shape;1471;p111"/>
          <p:cNvSpPr txBox="1"/>
          <p:nvPr>
            <p:ph idx="6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72" name="Google Shape;1472;p111"/>
          <p:cNvSpPr txBox="1"/>
          <p:nvPr>
            <p:ph idx="7" type="subTitle"/>
          </p:nvPr>
        </p:nvSpPr>
        <p:spPr>
          <a:xfrm>
            <a:off x="4837500" y="29798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3" name="Google Shape;1473;p111"/>
          <p:cNvSpPr txBox="1"/>
          <p:nvPr>
            <p:ph idx="8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3"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5" name="Google Shape;1475;p11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76" name="Google Shape;1476;p11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1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1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9" name="Google Shape;1479;p11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80" name="Google Shape;1480;p112"/>
          <p:cNvSpPr/>
          <p:nvPr>
            <p:ph idx="2" type="pic"/>
          </p:nvPr>
        </p:nvSpPr>
        <p:spPr>
          <a:xfrm>
            <a:off x="4928588" y="1477413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81" name="Google Shape;1481;p112"/>
          <p:cNvSpPr/>
          <p:nvPr>
            <p:ph idx="3" type="pic"/>
          </p:nvPr>
        </p:nvSpPr>
        <p:spPr>
          <a:xfrm>
            <a:off x="457200" y="1495438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82" name="Google Shape;1482;p112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83" name="Google Shape;1483;p112"/>
          <p:cNvSpPr txBox="1"/>
          <p:nvPr>
            <p:ph idx="1" type="subTitle"/>
          </p:nvPr>
        </p:nvSpPr>
        <p:spPr>
          <a:xfrm>
            <a:off x="366100" y="30967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84" name="Google Shape;1484;p112"/>
          <p:cNvSpPr txBox="1"/>
          <p:nvPr>
            <p:ph idx="4" type="subTitle"/>
          </p:nvPr>
        </p:nvSpPr>
        <p:spPr>
          <a:xfrm>
            <a:off x="4837500" y="30967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85" name="Google Shape;1485;p112"/>
          <p:cNvSpPr txBox="1"/>
          <p:nvPr>
            <p:ph idx="5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86" name="Google Shape;1486;p112"/>
          <p:cNvSpPr txBox="1"/>
          <p:nvPr>
            <p:ph idx="6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2"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8" name="Google Shape;1488;p11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89" name="Google Shape;1489;p11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1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1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2" name="Google Shape;1492;p11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93" name="Google Shape;1493;p113"/>
          <p:cNvSpPr/>
          <p:nvPr>
            <p:ph idx="2" type="pic"/>
          </p:nvPr>
        </p:nvSpPr>
        <p:spPr>
          <a:xfrm>
            <a:off x="45720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94" name="Google Shape;1494;p113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95" name="Google Shape;1495;p113"/>
          <p:cNvSpPr txBox="1"/>
          <p:nvPr>
            <p:ph idx="1" type="subTitle"/>
          </p:nvPr>
        </p:nvSpPr>
        <p:spPr>
          <a:xfrm>
            <a:off x="366100" y="3096753"/>
            <a:ext cx="26475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96" name="Google Shape;1496;p113"/>
          <p:cNvSpPr txBox="1"/>
          <p:nvPr>
            <p:ph idx="3" type="body"/>
          </p:nvPr>
        </p:nvSpPr>
        <p:spPr>
          <a:xfrm>
            <a:off x="366100" y="3379351"/>
            <a:ext cx="26475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97" name="Google Shape;1497;p113"/>
          <p:cNvSpPr/>
          <p:nvPr>
            <p:ph idx="4" type="pic"/>
          </p:nvPr>
        </p:nvSpPr>
        <p:spPr>
          <a:xfrm>
            <a:off x="333935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98" name="Google Shape;1498;p113"/>
          <p:cNvSpPr txBox="1"/>
          <p:nvPr>
            <p:ph idx="5" type="subTitle"/>
          </p:nvPr>
        </p:nvSpPr>
        <p:spPr>
          <a:xfrm>
            <a:off x="3248250" y="3096753"/>
            <a:ext cx="26475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99" name="Google Shape;1499;p113"/>
          <p:cNvSpPr txBox="1"/>
          <p:nvPr>
            <p:ph idx="6" type="body"/>
          </p:nvPr>
        </p:nvSpPr>
        <p:spPr>
          <a:xfrm>
            <a:off x="3248250" y="3379351"/>
            <a:ext cx="26475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00" name="Google Shape;1500;p113"/>
          <p:cNvSpPr/>
          <p:nvPr>
            <p:ph idx="7" type="pic"/>
          </p:nvPr>
        </p:nvSpPr>
        <p:spPr>
          <a:xfrm>
            <a:off x="622150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501" name="Google Shape;1501;p113"/>
          <p:cNvSpPr txBox="1"/>
          <p:nvPr>
            <p:ph idx="8" type="subTitle"/>
          </p:nvPr>
        </p:nvSpPr>
        <p:spPr>
          <a:xfrm>
            <a:off x="6130400" y="3096753"/>
            <a:ext cx="26475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502" name="Google Shape;1502;p113"/>
          <p:cNvSpPr txBox="1"/>
          <p:nvPr>
            <p:ph idx="9" type="body"/>
          </p:nvPr>
        </p:nvSpPr>
        <p:spPr>
          <a:xfrm>
            <a:off x="6130400" y="3379351"/>
            <a:ext cx="26475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"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4" name="Google Shape;1504;p11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05" name="Google Shape;1505;p11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1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1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8" name="Google Shape;1508;p11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09" name="Google Shape;1509;p114"/>
          <p:cNvSpPr txBox="1"/>
          <p:nvPr>
            <p:ph idx="1" type="body"/>
          </p:nvPr>
        </p:nvSpPr>
        <p:spPr>
          <a:xfrm>
            <a:off x="366100" y="2555000"/>
            <a:ext cx="38466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10" name="Google Shape;1510;p114"/>
          <p:cNvSpPr txBox="1"/>
          <p:nvPr>
            <p:ph idx="2" type="body"/>
          </p:nvPr>
        </p:nvSpPr>
        <p:spPr>
          <a:xfrm>
            <a:off x="4837500" y="2555000"/>
            <a:ext cx="38466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11" name="Google Shape;1511;p114"/>
          <p:cNvSpPr txBox="1"/>
          <p:nvPr>
            <p:ph type="title"/>
          </p:nvPr>
        </p:nvSpPr>
        <p:spPr>
          <a:xfrm>
            <a:off x="311700" y="655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text and image with footer" type="tx">
  <p:cSld name="TITLE_AND_BODY"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3" name="Google Shape;1513;p115"/>
          <p:cNvGrpSpPr/>
          <p:nvPr/>
        </p:nvGrpSpPr>
        <p:grpSpPr>
          <a:xfrm>
            <a:off x="0" y="0"/>
            <a:ext cx="9144000" cy="4974501"/>
            <a:chOff x="0" y="0"/>
            <a:chExt cx="9144000" cy="4974501"/>
          </a:xfrm>
        </p:grpSpPr>
        <p:sp>
          <p:nvSpPr>
            <p:cNvPr id="1514" name="Google Shape;1514;p115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1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6" name="Google Shape;1516;p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7" name="Google Shape;1517;p11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18" name="Google Shape;1518;p115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19" name="Google Shape;1519;p115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20" name="Google Shape;1520;p115"/>
          <p:cNvSpPr txBox="1"/>
          <p:nvPr>
            <p:ph idx="3" type="subTitle"/>
          </p:nvPr>
        </p:nvSpPr>
        <p:spPr>
          <a:xfrm>
            <a:off x="457200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1" name="Google Shape;1521;p115"/>
          <p:cNvSpPr/>
          <p:nvPr>
            <p:ph idx="4" type="pic"/>
          </p:nvPr>
        </p:nvSpPr>
        <p:spPr>
          <a:xfrm>
            <a:off x="630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22" name="Google Shape;1522;p115"/>
          <p:cNvSpPr txBox="1"/>
          <p:nvPr>
            <p:ph idx="5" type="body"/>
          </p:nvPr>
        </p:nvSpPr>
        <p:spPr>
          <a:xfrm>
            <a:off x="548700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23" name="Google Shape;1523;p115"/>
          <p:cNvSpPr txBox="1"/>
          <p:nvPr>
            <p:ph idx="6" type="subTitle"/>
          </p:nvPr>
        </p:nvSpPr>
        <p:spPr>
          <a:xfrm>
            <a:off x="548700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24" name="Google Shape;1524;p115"/>
          <p:cNvSpPr txBox="1"/>
          <p:nvPr>
            <p:ph idx="7" type="subTitle"/>
          </p:nvPr>
        </p:nvSpPr>
        <p:spPr>
          <a:xfrm>
            <a:off x="3319200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5" name="Google Shape;1525;p115"/>
          <p:cNvSpPr/>
          <p:nvPr>
            <p:ph idx="8" type="pic"/>
          </p:nvPr>
        </p:nvSpPr>
        <p:spPr>
          <a:xfrm>
            <a:off x="3492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26" name="Google Shape;1526;p115"/>
          <p:cNvSpPr txBox="1"/>
          <p:nvPr>
            <p:ph idx="9" type="subTitle"/>
          </p:nvPr>
        </p:nvSpPr>
        <p:spPr>
          <a:xfrm>
            <a:off x="3410700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27" name="Google Shape;1527;p115"/>
          <p:cNvSpPr txBox="1"/>
          <p:nvPr>
            <p:ph idx="13" type="subTitle"/>
          </p:nvPr>
        </p:nvSpPr>
        <p:spPr>
          <a:xfrm>
            <a:off x="6181175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8" name="Google Shape;1528;p115"/>
          <p:cNvSpPr txBox="1"/>
          <p:nvPr>
            <p:ph idx="14" type="body"/>
          </p:nvPr>
        </p:nvSpPr>
        <p:spPr>
          <a:xfrm>
            <a:off x="6272675" y="860275"/>
            <a:ext cx="2414100" cy="31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29" name="Google Shape;1529;p115"/>
          <p:cNvSpPr txBox="1"/>
          <p:nvPr>
            <p:ph idx="15" type="body"/>
          </p:nvPr>
        </p:nvSpPr>
        <p:spPr>
          <a:xfrm>
            <a:off x="3410700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bookmarks">
  <p:cSld name="TITLE_AND_BODY_1"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1" name="Google Shape;1531;p116"/>
          <p:cNvGrpSpPr/>
          <p:nvPr/>
        </p:nvGrpSpPr>
        <p:grpSpPr>
          <a:xfrm>
            <a:off x="0" y="0"/>
            <a:ext cx="9144000" cy="4974501"/>
            <a:chOff x="0" y="0"/>
            <a:chExt cx="9144000" cy="4974501"/>
          </a:xfrm>
        </p:grpSpPr>
        <p:sp>
          <p:nvSpPr>
            <p:cNvPr id="1532" name="Google Shape;1532;p116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1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4" name="Google Shape;1534;p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35" name="Google Shape;1535;p116"/>
          <p:cNvGrpSpPr/>
          <p:nvPr/>
        </p:nvGrpSpPr>
        <p:grpSpPr>
          <a:xfrm>
            <a:off x="457125" y="0"/>
            <a:ext cx="2505690" cy="4469981"/>
            <a:chOff x="457125" y="0"/>
            <a:chExt cx="2505690" cy="4469981"/>
          </a:xfrm>
        </p:grpSpPr>
        <p:sp>
          <p:nvSpPr>
            <p:cNvPr id="1536" name="Google Shape;1536;p116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16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8" name="Google Shape;1538;p116"/>
          <p:cNvGrpSpPr/>
          <p:nvPr/>
        </p:nvGrpSpPr>
        <p:grpSpPr>
          <a:xfrm>
            <a:off x="3319150" y="0"/>
            <a:ext cx="2505690" cy="4469981"/>
            <a:chOff x="457125" y="0"/>
            <a:chExt cx="2505690" cy="4469981"/>
          </a:xfrm>
        </p:grpSpPr>
        <p:sp>
          <p:nvSpPr>
            <p:cNvPr id="1539" name="Google Shape;1539;p116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16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1" name="Google Shape;1541;p116"/>
          <p:cNvGrpSpPr/>
          <p:nvPr/>
        </p:nvGrpSpPr>
        <p:grpSpPr>
          <a:xfrm>
            <a:off x="6181175" y="0"/>
            <a:ext cx="2505690" cy="4469981"/>
            <a:chOff x="457125" y="0"/>
            <a:chExt cx="2505690" cy="4469981"/>
          </a:xfrm>
        </p:grpSpPr>
        <p:sp>
          <p:nvSpPr>
            <p:cNvPr id="1542" name="Google Shape;1542;p116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16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4" name="Google Shape;1544;p11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45" name="Google Shape;1545;p116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46" name="Google Shape;1546;p116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47" name="Google Shape;1547;p116"/>
          <p:cNvSpPr txBox="1"/>
          <p:nvPr>
            <p:ph idx="3" type="subTitle"/>
          </p:nvPr>
        </p:nvSpPr>
        <p:spPr>
          <a:xfrm>
            <a:off x="457200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48" name="Google Shape;1548;p116"/>
          <p:cNvSpPr/>
          <p:nvPr>
            <p:ph idx="4" type="pic"/>
          </p:nvPr>
        </p:nvSpPr>
        <p:spPr>
          <a:xfrm>
            <a:off x="630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49" name="Google Shape;1549;p116"/>
          <p:cNvSpPr txBox="1"/>
          <p:nvPr>
            <p:ph idx="5" type="body"/>
          </p:nvPr>
        </p:nvSpPr>
        <p:spPr>
          <a:xfrm>
            <a:off x="548700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50" name="Google Shape;1550;p116"/>
          <p:cNvSpPr txBox="1"/>
          <p:nvPr>
            <p:ph idx="6" type="subTitle"/>
          </p:nvPr>
        </p:nvSpPr>
        <p:spPr>
          <a:xfrm>
            <a:off x="548650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51" name="Google Shape;1551;p116"/>
          <p:cNvSpPr txBox="1"/>
          <p:nvPr>
            <p:ph idx="7" type="subTitle"/>
          </p:nvPr>
        </p:nvSpPr>
        <p:spPr>
          <a:xfrm>
            <a:off x="3319225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52" name="Google Shape;1552;p116"/>
          <p:cNvSpPr/>
          <p:nvPr>
            <p:ph idx="8" type="pic"/>
          </p:nvPr>
        </p:nvSpPr>
        <p:spPr>
          <a:xfrm>
            <a:off x="3492225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53" name="Google Shape;1553;p116"/>
          <p:cNvSpPr txBox="1"/>
          <p:nvPr>
            <p:ph idx="9" type="subTitle"/>
          </p:nvPr>
        </p:nvSpPr>
        <p:spPr>
          <a:xfrm>
            <a:off x="3410725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54" name="Google Shape;1554;p116"/>
          <p:cNvSpPr txBox="1"/>
          <p:nvPr>
            <p:ph idx="13" type="subTitle"/>
          </p:nvPr>
        </p:nvSpPr>
        <p:spPr>
          <a:xfrm>
            <a:off x="6181250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55" name="Google Shape;1555;p116"/>
          <p:cNvSpPr/>
          <p:nvPr>
            <p:ph idx="14" type="pic"/>
          </p:nvPr>
        </p:nvSpPr>
        <p:spPr>
          <a:xfrm>
            <a:off x="635425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56" name="Google Shape;1556;p116"/>
          <p:cNvSpPr txBox="1"/>
          <p:nvPr>
            <p:ph idx="15" type="body"/>
          </p:nvPr>
        </p:nvSpPr>
        <p:spPr>
          <a:xfrm>
            <a:off x="6272750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57" name="Google Shape;1557;p116"/>
          <p:cNvSpPr txBox="1"/>
          <p:nvPr>
            <p:ph idx="16" type="subTitle"/>
          </p:nvPr>
        </p:nvSpPr>
        <p:spPr>
          <a:xfrm>
            <a:off x="6272750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58" name="Google Shape;1558;p116"/>
          <p:cNvSpPr txBox="1"/>
          <p:nvPr>
            <p:ph idx="17" type="body"/>
          </p:nvPr>
        </p:nvSpPr>
        <p:spPr>
          <a:xfrm>
            <a:off x="3410725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comparison" type="twoColTx">
  <p:cSld name="TITLE_AND_TWO_COLUMNS"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0" name="Google Shape;1560;p11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61" name="Google Shape;1561;p11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1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1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4" name="Google Shape;1564;p11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65" name="Google Shape;1565;p117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6" name="Google Shape;1566;p117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7" name="Google Shape;1567;p117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8" name="Google Shape;1568;p117"/>
          <p:cNvSpPr txBox="1"/>
          <p:nvPr>
            <p:ph type="title"/>
          </p:nvPr>
        </p:nvSpPr>
        <p:spPr>
          <a:xfrm>
            <a:off x="1218500" y="930550"/>
            <a:ext cx="3025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69" name="Google Shape;1569;p117"/>
          <p:cNvSpPr txBox="1"/>
          <p:nvPr>
            <p:ph idx="4" type="title"/>
          </p:nvPr>
        </p:nvSpPr>
        <p:spPr>
          <a:xfrm>
            <a:off x="4900025" y="930550"/>
            <a:ext cx="3025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0" name="Google Shape;1570;p117"/>
          <p:cNvSpPr txBox="1"/>
          <p:nvPr>
            <p:ph idx="5" type="subTitle"/>
          </p:nvPr>
        </p:nvSpPr>
        <p:spPr>
          <a:xfrm>
            <a:off x="2404500" y="1572850"/>
            <a:ext cx="4335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1" name="Google Shape;1571;p117"/>
          <p:cNvSpPr txBox="1"/>
          <p:nvPr>
            <p:ph idx="6" type="body"/>
          </p:nvPr>
        </p:nvSpPr>
        <p:spPr>
          <a:xfrm>
            <a:off x="2404375" y="1956725"/>
            <a:ext cx="43353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72" name="Google Shape;1572;p117"/>
          <p:cNvSpPr txBox="1"/>
          <p:nvPr>
            <p:ph idx="7" type="title"/>
          </p:nvPr>
        </p:nvSpPr>
        <p:spPr>
          <a:xfrm>
            <a:off x="1218500" y="2679600"/>
            <a:ext cx="3025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3" name="Google Shape;1573;p117"/>
          <p:cNvSpPr txBox="1"/>
          <p:nvPr>
            <p:ph idx="8" type="title"/>
          </p:nvPr>
        </p:nvSpPr>
        <p:spPr>
          <a:xfrm>
            <a:off x="4900025" y="2679600"/>
            <a:ext cx="3025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4" name="Google Shape;1574;p117"/>
          <p:cNvSpPr txBox="1"/>
          <p:nvPr>
            <p:ph idx="9" type="subTitle"/>
          </p:nvPr>
        </p:nvSpPr>
        <p:spPr>
          <a:xfrm>
            <a:off x="2404500" y="3321900"/>
            <a:ext cx="4335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5" name="Google Shape;1575;p117"/>
          <p:cNvSpPr txBox="1"/>
          <p:nvPr>
            <p:ph idx="13" type="body"/>
          </p:nvPr>
        </p:nvSpPr>
        <p:spPr>
          <a:xfrm>
            <a:off x="2404375" y="3705777"/>
            <a:ext cx="43353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comparison">
  <p:cSld name="TITLE_AND_TWO_COLUMNS_1"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7" name="Google Shape;1577;p11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78" name="Google Shape;1578;p11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1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1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1" name="Google Shape;1581;p11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82" name="Google Shape;1582;p118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3" name="Google Shape;1583;p118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4" name="Google Shape;1584;p118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5" name="Google Shape;1585;p118"/>
          <p:cNvSpPr txBox="1"/>
          <p:nvPr>
            <p:ph type="title"/>
          </p:nvPr>
        </p:nvSpPr>
        <p:spPr>
          <a:xfrm>
            <a:off x="1218500" y="1770750"/>
            <a:ext cx="30255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86" name="Google Shape;1586;p118"/>
          <p:cNvSpPr txBox="1"/>
          <p:nvPr>
            <p:ph idx="4" type="title"/>
          </p:nvPr>
        </p:nvSpPr>
        <p:spPr>
          <a:xfrm>
            <a:off x="1218500" y="2749050"/>
            <a:ext cx="30255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87" name="Google Shape;1587;p118"/>
          <p:cNvSpPr txBox="1"/>
          <p:nvPr>
            <p:ph idx="5" type="subTitle"/>
          </p:nvPr>
        </p:nvSpPr>
        <p:spPr>
          <a:xfrm>
            <a:off x="1218550" y="2457900"/>
            <a:ext cx="30255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8" name="Google Shape;1588;p118"/>
          <p:cNvSpPr txBox="1"/>
          <p:nvPr>
            <p:ph idx="6" type="subTitle"/>
          </p:nvPr>
        </p:nvSpPr>
        <p:spPr>
          <a:xfrm>
            <a:off x="4829450" y="1469400"/>
            <a:ext cx="3961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9" name="Google Shape;1589;p118"/>
          <p:cNvSpPr txBox="1"/>
          <p:nvPr>
            <p:ph idx="7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with footer">
  <p:cSld name="TITLE_AND_TWO_COLUMNS_1_1"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1" name="Google Shape;1591;p11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92" name="Google Shape;1592;p11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11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11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5" name="Google Shape;1595;p11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96" name="Google Shape;1596;p119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97" name="Google Shape;1597;p119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98" name="Google Shape;1598;p119"/>
          <p:cNvSpPr txBox="1"/>
          <p:nvPr>
            <p:ph type="ctrTitle"/>
          </p:nvPr>
        </p:nvSpPr>
        <p:spPr>
          <a:xfrm>
            <a:off x="352550" y="2171700"/>
            <a:ext cx="3219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99" name="Google Shape;1599;p119"/>
          <p:cNvSpPr txBox="1"/>
          <p:nvPr>
            <p:ph idx="3" type="subTitle"/>
          </p:nvPr>
        </p:nvSpPr>
        <p:spPr>
          <a:xfrm>
            <a:off x="4829450" y="1625000"/>
            <a:ext cx="3961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0" name="Google Shape;1600;p119"/>
          <p:cNvSpPr txBox="1"/>
          <p:nvPr>
            <p:ph idx="4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1_1"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2" name="Google Shape;1602;p12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603" name="Google Shape;1603;p12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2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2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6" name="Google Shape;1606;p12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07" name="Google Shape;1607;p120"/>
          <p:cNvSpPr txBox="1"/>
          <p:nvPr>
            <p:ph idx="1" type="subTitle"/>
          </p:nvPr>
        </p:nvSpPr>
        <p:spPr>
          <a:xfrm>
            <a:off x="4829450" y="1469400"/>
            <a:ext cx="3961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8" name="Google Shape;1608;p120"/>
          <p:cNvSpPr txBox="1"/>
          <p:nvPr>
            <p:ph idx="2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09" name="Google Shape;1609;p120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 timeline" type="titleOnly">
  <p:cSld name="TITLE_ONLY"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1" name="Google Shape;1611;p121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12" name="Google Shape;1612;p121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2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4" name="Google Shape;1614;p121"/>
          <p:cNvSpPr txBox="1"/>
          <p:nvPr>
            <p:ph idx="1" type="subTitle"/>
          </p:nvPr>
        </p:nvSpPr>
        <p:spPr>
          <a:xfrm>
            <a:off x="4118875" y="277175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5" name="Google Shape;1615;p121"/>
          <p:cNvSpPr txBox="1"/>
          <p:nvPr>
            <p:ph idx="2" type="body"/>
          </p:nvPr>
        </p:nvSpPr>
        <p:spPr>
          <a:xfrm>
            <a:off x="4118875" y="653675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16" name="Google Shape;1616;p1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7" name="Google Shape;1617;p12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18" name="Google Shape;1618;p121"/>
          <p:cNvSpPr txBox="1"/>
          <p:nvPr>
            <p:ph idx="3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9" name="Google Shape;1619;p121"/>
          <p:cNvSpPr txBox="1"/>
          <p:nvPr>
            <p:ph idx="4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20" name="Google Shape;1620;p121"/>
          <p:cNvSpPr/>
          <p:nvPr/>
        </p:nvSpPr>
        <p:spPr>
          <a:xfrm>
            <a:off x="0" y="0"/>
            <a:ext cx="9143625" cy="4449575"/>
          </a:xfrm>
          <a:custGeom>
            <a:rect b="b" l="l" r="r" t="t"/>
            <a:pathLst>
              <a:path extrusionOk="0" h="177983" w="365745">
                <a:moveTo>
                  <a:pt x="0" y="177983"/>
                </a:moveTo>
                <a:lnTo>
                  <a:pt x="168557" y="177965"/>
                </a:lnTo>
                <a:lnTo>
                  <a:pt x="365745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1" name="Google Shape;1621;p121"/>
          <p:cNvSpPr txBox="1"/>
          <p:nvPr>
            <p:ph idx="5" type="body"/>
          </p:nvPr>
        </p:nvSpPr>
        <p:spPr>
          <a:xfrm>
            <a:off x="366100" y="34199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22" name="Google Shape;1622;p121"/>
          <p:cNvSpPr txBox="1"/>
          <p:nvPr>
            <p:ph idx="6" type="subTitle"/>
          </p:nvPr>
        </p:nvSpPr>
        <p:spPr>
          <a:xfrm>
            <a:off x="2242500" y="1816000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3" name="Google Shape;1623;p121"/>
          <p:cNvSpPr txBox="1"/>
          <p:nvPr>
            <p:ph idx="7" type="body"/>
          </p:nvPr>
        </p:nvSpPr>
        <p:spPr>
          <a:xfrm>
            <a:off x="2242500" y="219250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24" name="Google Shape;1624;p121"/>
          <p:cNvSpPr txBox="1"/>
          <p:nvPr>
            <p:ph idx="8" type="subTitle"/>
          </p:nvPr>
        </p:nvSpPr>
        <p:spPr>
          <a:xfrm>
            <a:off x="366100" y="3043450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timeline">
  <p:cSld name="TITLE_ONLY_1"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6" name="Google Shape;1626;p122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27" name="Google Shape;1627;p122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2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9" name="Google Shape;1629;p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0" name="Google Shape;1630;p12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31" name="Google Shape;1631;p122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32" name="Google Shape;1632;p122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33" name="Google Shape;1633;p122"/>
          <p:cNvSpPr txBox="1"/>
          <p:nvPr>
            <p:ph idx="3" type="subTitle"/>
          </p:nvPr>
        </p:nvSpPr>
        <p:spPr>
          <a:xfrm>
            <a:off x="4118875" y="277175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4" name="Google Shape;1634;p122"/>
          <p:cNvSpPr txBox="1"/>
          <p:nvPr>
            <p:ph idx="4" type="body"/>
          </p:nvPr>
        </p:nvSpPr>
        <p:spPr>
          <a:xfrm>
            <a:off x="4118875" y="653675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35" name="Google Shape;1635;p122"/>
          <p:cNvSpPr/>
          <p:nvPr/>
        </p:nvSpPr>
        <p:spPr>
          <a:xfrm flipH="1">
            <a:off x="0" y="0"/>
            <a:ext cx="9143625" cy="4449575"/>
          </a:xfrm>
          <a:custGeom>
            <a:rect b="b" l="l" r="r" t="t"/>
            <a:pathLst>
              <a:path extrusionOk="0" h="177983" w="365745">
                <a:moveTo>
                  <a:pt x="0" y="177983"/>
                </a:moveTo>
                <a:lnTo>
                  <a:pt x="168557" y="177965"/>
                </a:lnTo>
                <a:lnTo>
                  <a:pt x="365745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6" name="Google Shape;1636;p122"/>
          <p:cNvSpPr txBox="1"/>
          <p:nvPr>
            <p:ph idx="5" type="subTitle"/>
          </p:nvPr>
        </p:nvSpPr>
        <p:spPr>
          <a:xfrm>
            <a:off x="5953000" y="3043450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7" name="Google Shape;1637;p122"/>
          <p:cNvSpPr txBox="1"/>
          <p:nvPr>
            <p:ph idx="6" type="body"/>
          </p:nvPr>
        </p:nvSpPr>
        <p:spPr>
          <a:xfrm>
            <a:off x="5953000" y="34199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TITLE_ONLY_1_1"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9" name="Google Shape;1639;p123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40" name="Google Shape;1640;p123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12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2" name="Google Shape;1642;p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3" name="Google Shape;1643;p12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cxnSp>
        <p:nvCxnSpPr>
          <p:cNvPr id="1644" name="Google Shape;1644;p123"/>
          <p:cNvCxnSpPr/>
          <p:nvPr/>
        </p:nvCxnSpPr>
        <p:spPr>
          <a:xfrm>
            <a:off x="4050" y="3613075"/>
            <a:ext cx="589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5" name="Google Shape;1645;p123"/>
          <p:cNvSpPr txBox="1"/>
          <p:nvPr>
            <p:ph idx="1" type="body"/>
          </p:nvPr>
        </p:nvSpPr>
        <p:spPr>
          <a:xfrm>
            <a:off x="5953000" y="34199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ONLY_1_1_1"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7" name="Google Shape;1647;p124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48" name="Google Shape;1648;p124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2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0" name="Google Shape;1650;p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1" name="Google Shape;1651;p12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52" name="Google Shape;1652;p124"/>
          <p:cNvSpPr/>
          <p:nvPr>
            <p:ph idx="2" type="pic"/>
          </p:nvPr>
        </p:nvSpPr>
        <p:spPr>
          <a:xfrm>
            <a:off x="457200" y="409650"/>
            <a:ext cx="8229600" cy="384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ONLY_1_1_1_1"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4" name="Google Shape;1654;p125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55" name="Google Shape;1655;p125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2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7" name="Google Shape;1657;p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8" name="Google Shape;1658;p12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59" name="Google Shape;1659;p125"/>
          <p:cNvSpPr/>
          <p:nvPr>
            <p:ph idx="2" type="pic"/>
          </p:nvPr>
        </p:nvSpPr>
        <p:spPr>
          <a:xfrm>
            <a:off x="457200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0" name="Google Shape;1660;p125"/>
          <p:cNvSpPr/>
          <p:nvPr>
            <p:ph idx="3" type="pic"/>
          </p:nvPr>
        </p:nvSpPr>
        <p:spPr>
          <a:xfrm>
            <a:off x="3245513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1" name="Google Shape;1661;p125"/>
          <p:cNvSpPr/>
          <p:nvPr>
            <p:ph idx="4" type="pic"/>
          </p:nvPr>
        </p:nvSpPr>
        <p:spPr>
          <a:xfrm>
            <a:off x="6033825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2" name="Google Shape;1662;p125"/>
          <p:cNvSpPr txBox="1"/>
          <p:nvPr>
            <p:ph type="title"/>
          </p:nvPr>
        </p:nvSpPr>
        <p:spPr>
          <a:xfrm>
            <a:off x="366100" y="246950"/>
            <a:ext cx="84117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3" name="Google Shape;1663;p125"/>
          <p:cNvSpPr/>
          <p:nvPr>
            <p:ph idx="5" type="pic"/>
          </p:nvPr>
        </p:nvSpPr>
        <p:spPr>
          <a:xfrm>
            <a:off x="457200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4" name="Google Shape;1664;p125"/>
          <p:cNvSpPr/>
          <p:nvPr>
            <p:ph idx="6" type="pic"/>
          </p:nvPr>
        </p:nvSpPr>
        <p:spPr>
          <a:xfrm>
            <a:off x="3245513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5" name="Google Shape;1665;p125"/>
          <p:cNvSpPr/>
          <p:nvPr>
            <p:ph idx="7" type="pic"/>
          </p:nvPr>
        </p:nvSpPr>
        <p:spPr>
          <a:xfrm>
            <a:off x="6033825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6" name="Google Shape;1666;p125"/>
          <p:cNvSpPr/>
          <p:nvPr>
            <p:ph idx="8" type="pic"/>
          </p:nvPr>
        </p:nvSpPr>
        <p:spPr>
          <a:xfrm>
            <a:off x="457200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7" name="Google Shape;1667;p125"/>
          <p:cNvSpPr/>
          <p:nvPr>
            <p:ph idx="9" type="pic"/>
          </p:nvPr>
        </p:nvSpPr>
        <p:spPr>
          <a:xfrm>
            <a:off x="3245513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8" name="Google Shape;1668;p125"/>
          <p:cNvSpPr/>
          <p:nvPr>
            <p:ph idx="13" type="pic"/>
          </p:nvPr>
        </p:nvSpPr>
        <p:spPr>
          <a:xfrm>
            <a:off x="6033825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87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iew">
  <p:cSld name="CUSTOM_2"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0" name="Google Shape;1670;p12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671" name="Google Shape;1671;p12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12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2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4" name="Google Shape;1674;p12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75" name="Google Shape;1675;p126"/>
          <p:cNvSpPr/>
          <p:nvPr/>
        </p:nvSpPr>
        <p:spPr>
          <a:xfrm>
            <a:off x="4931375" y="1662400"/>
            <a:ext cx="3755400" cy="2696100"/>
          </a:xfrm>
          <a:prstGeom prst="roundRect">
            <a:avLst>
              <a:gd fmla="val 9698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126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7" name="Google Shape;1677;p126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8" name="Google Shape;1678;p126"/>
          <p:cNvSpPr txBox="1"/>
          <p:nvPr>
            <p:ph type="title"/>
          </p:nvPr>
        </p:nvSpPr>
        <p:spPr>
          <a:xfrm>
            <a:off x="366100" y="655945"/>
            <a:ext cx="30255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9" name="Google Shape;1679;p126"/>
          <p:cNvSpPr txBox="1"/>
          <p:nvPr>
            <p:ph idx="3" type="title"/>
          </p:nvPr>
        </p:nvSpPr>
        <p:spPr>
          <a:xfrm>
            <a:off x="4842350" y="655945"/>
            <a:ext cx="30255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80" name="Google Shape;1680;p126"/>
          <p:cNvSpPr txBox="1"/>
          <p:nvPr>
            <p:ph idx="4" type="body"/>
          </p:nvPr>
        </p:nvSpPr>
        <p:spPr>
          <a:xfrm>
            <a:off x="366100" y="1662400"/>
            <a:ext cx="3850800" cy="26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81" name="Google Shape;1681;p126"/>
          <p:cNvSpPr txBox="1"/>
          <p:nvPr>
            <p:ph idx="5" type="body"/>
          </p:nvPr>
        </p:nvSpPr>
        <p:spPr>
          <a:xfrm>
            <a:off x="5169875" y="2986175"/>
            <a:ext cx="32784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82" name="Google Shape;1682;p126"/>
          <p:cNvSpPr txBox="1"/>
          <p:nvPr>
            <p:ph idx="6" type="subTitle"/>
          </p:nvPr>
        </p:nvSpPr>
        <p:spPr>
          <a:xfrm>
            <a:off x="5171425" y="2526550"/>
            <a:ext cx="32784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details">
  <p:cSld name="CUSTOM_3">
    <p:bg>
      <p:bgPr>
        <a:solidFill>
          <a:schemeClr val="lt2"/>
        </a:solidFill>
      </p:bgPr>
    </p:bg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127"/>
          <p:cNvSpPr/>
          <p:nvPr/>
        </p:nvSpPr>
        <p:spPr>
          <a:xfrm flipH="1">
            <a:off x="34320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127"/>
          <p:cNvSpPr/>
          <p:nvPr/>
        </p:nvSpPr>
        <p:spPr>
          <a:xfrm flipH="1" rot="-5400000">
            <a:off x="34322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127"/>
          <p:cNvSpPr/>
          <p:nvPr/>
        </p:nvSpPr>
        <p:spPr>
          <a:xfrm flipH="1" rot="10800000">
            <a:off x="34322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7" name="Google Shape;1687;p127"/>
          <p:cNvGrpSpPr/>
          <p:nvPr/>
        </p:nvGrpSpPr>
        <p:grpSpPr>
          <a:xfrm flipH="1">
            <a:off x="85800" y="76325"/>
            <a:ext cx="7808400" cy="5067300"/>
            <a:chOff x="1249800" y="76325"/>
            <a:chExt cx="7808400" cy="5067300"/>
          </a:xfrm>
        </p:grpSpPr>
        <p:cxnSp>
          <p:nvCxnSpPr>
            <p:cNvPr id="1688" name="Google Shape;1688;p127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9" name="Google Shape;1689;p127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90" name="Google Shape;1690;p127"/>
          <p:cNvGrpSpPr/>
          <p:nvPr/>
        </p:nvGrpSpPr>
        <p:grpSpPr>
          <a:xfrm flipH="1">
            <a:off x="171600" y="162125"/>
            <a:ext cx="7722600" cy="4981500"/>
            <a:chOff x="1249800" y="162125"/>
            <a:chExt cx="7722600" cy="4981500"/>
          </a:xfrm>
        </p:grpSpPr>
        <p:cxnSp>
          <p:nvCxnSpPr>
            <p:cNvPr id="1691" name="Google Shape;1691;p127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2" name="Google Shape;1692;p127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93" name="Google Shape;1693;p127"/>
          <p:cNvGrpSpPr/>
          <p:nvPr/>
        </p:nvGrpSpPr>
        <p:grpSpPr>
          <a:xfrm flipH="1">
            <a:off x="257400" y="247925"/>
            <a:ext cx="7636800" cy="4895700"/>
            <a:chOff x="1249800" y="247925"/>
            <a:chExt cx="7636800" cy="4895700"/>
          </a:xfrm>
        </p:grpSpPr>
        <p:cxnSp>
          <p:nvCxnSpPr>
            <p:cNvPr id="1694" name="Google Shape;1694;p127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5" name="Google Shape;1695;p127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96" name="Google Shape;1696;p127"/>
          <p:cNvSpPr txBox="1"/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97" name="Google Shape;1697;p127"/>
          <p:cNvSpPr/>
          <p:nvPr/>
        </p:nvSpPr>
        <p:spPr>
          <a:xfrm rot="10800000">
            <a:off x="789420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127"/>
          <p:cNvSpPr/>
          <p:nvPr/>
        </p:nvSpPr>
        <p:spPr>
          <a:xfrm rot="10800000">
            <a:off x="8151300" y="167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127"/>
          <p:cNvSpPr/>
          <p:nvPr/>
        </p:nvSpPr>
        <p:spPr>
          <a:xfrm rot="10800000">
            <a:off x="8151300" y="308837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127"/>
          <p:cNvSpPr/>
          <p:nvPr/>
        </p:nvSpPr>
        <p:spPr>
          <a:xfrm rot="10800000">
            <a:off x="7997850" y="226452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127"/>
          <p:cNvSpPr/>
          <p:nvPr/>
        </p:nvSpPr>
        <p:spPr>
          <a:xfrm rot="10800000">
            <a:off x="8336250" y="23995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127"/>
          <p:cNvSpPr txBox="1"/>
          <p:nvPr>
            <p:ph idx="1" type="subTitle"/>
          </p:nvPr>
        </p:nvSpPr>
        <p:spPr>
          <a:xfrm rot="5400000">
            <a:off x="7668450" y="3868125"/>
            <a:ext cx="170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703" name="Google Shape;1703;p127"/>
          <p:cNvSpPr txBox="1"/>
          <p:nvPr>
            <p:ph idx="2" type="subTitle"/>
          </p:nvPr>
        </p:nvSpPr>
        <p:spPr>
          <a:xfrm rot="5400000">
            <a:off x="7668450" y="945575"/>
            <a:ext cx="170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3_1">
    <p:bg>
      <p:bgPr>
        <a:solidFill>
          <a:schemeClr val="lt2"/>
        </a:solidFill>
      </p:bgPr>
    </p:bg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28"/>
          <p:cNvSpPr/>
          <p:nvPr/>
        </p:nvSpPr>
        <p:spPr>
          <a:xfrm flipH="1">
            <a:off x="34320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128"/>
          <p:cNvSpPr/>
          <p:nvPr/>
        </p:nvSpPr>
        <p:spPr>
          <a:xfrm flipH="1" rot="-5400000">
            <a:off x="34322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128"/>
          <p:cNvSpPr/>
          <p:nvPr/>
        </p:nvSpPr>
        <p:spPr>
          <a:xfrm flipH="1" rot="10800000">
            <a:off x="34322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8" name="Google Shape;1708;p128"/>
          <p:cNvGrpSpPr/>
          <p:nvPr/>
        </p:nvGrpSpPr>
        <p:grpSpPr>
          <a:xfrm flipH="1">
            <a:off x="85800" y="76325"/>
            <a:ext cx="7808400" cy="5067300"/>
            <a:chOff x="1249800" y="76325"/>
            <a:chExt cx="7808400" cy="5067300"/>
          </a:xfrm>
        </p:grpSpPr>
        <p:cxnSp>
          <p:nvCxnSpPr>
            <p:cNvPr id="1709" name="Google Shape;1709;p128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0" name="Google Shape;1710;p128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11" name="Google Shape;1711;p128"/>
          <p:cNvGrpSpPr/>
          <p:nvPr/>
        </p:nvGrpSpPr>
        <p:grpSpPr>
          <a:xfrm flipH="1">
            <a:off x="171600" y="162125"/>
            <a:ext cx="7722600" cy="4981500"/>
            <a:chOff x="1249800" y="162125"/>
            <a:chExt cx="7722600" cy="4981500"/>
          </a:xfrm>
        </p:grpSpPr>
        <p:cxnSp>
          <p:nvCxnSpPr>
            <p:cNvPr id="1712" name="Google Shape;1712;p128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3" name="Google Shape;1713;p128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14" name="Google Shape;1714;p128"/>
          <p:cNvGrpSpPr/>
          <p:nvPr/>
        </p:nvGrpSpPr>
        <p:grpSpPr>
          <a:xfrm flipH="1">
            <a:off x="257400" y="247925"/>
            <a:ext cx="7636800" cy="4895700"/>
            <a:chOff x="1249800" y="247925"/>
            <a:chExt cx="7636800" cy="4895700"/>
          </a:xfrm>
        </p:grpSpPr>
        <p:cxnSp>
          <p:nvCxnSpPr>
            <p:cNvPr id="1715" name="Google Shape;1715;p128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6" name="Google Shape;1716;p128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17" name="Google Shape;1717;p128"/>
          <p:cNvSpPr txBox="1"/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18" name="Google Shape;1718;p128"/>
          <p:cNvSpPr/>
          <p:nvPr/>
        </p:nvSpPr>
        <p:spPr>
          <a:xfrm rot="10800000">
            <a:off x="789420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128"/>
          <p:cNvSpPr/>
          <p:nvPr/>
        </p:nvSpPr>
        <p:spPr>
          <a:xfrm rot="10800000">
            <a:off x="8151300" y="167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128"/>
          <p:cNvSpPr/>
          <p:nvPr/>
        </p:nvSpPr>
        <p:spPr>
          <a:xfrm rot="10800000">
            <a:off x="8151300" y="308837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28"/>
          <p:cNvSpPr/>
          <p:nvPr/>
        </p:nvSpPr>
        <p:spPr>
          <a:xfrm rot="10800000">
            <a:off x="7997850" y="226452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128"/>
          <p:cNvSpPr/>
          <p:nvPr/>
        </p:nvSpPr>
        <p:spPr>
          <a:xfrm rot="10800000">
            <a:off x="8336250" y="23995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2"/>
        </a:solidFill>
      </p:bgPr>
    </p:bg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3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0.xml"/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76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38" Type="http://schemas.openxmlformats.org/officeDocument/2006/relationships/theme" Target="../theme/theme2.xml"/><Relationship Id="rId19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65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24.xml"/><Relationship Id="rId20" Type="http://schemas.openxmlformats.org/officeDocument/2006/relationships/slideLayout" Target="../slideLayouts/slideLayout104.xml"/><Relationship Id="rId42" Type="http://schemas.openxmlformats.org/officeDocument/2006/relationships/slideLayout" Target="../slideLayouts/slideLayout126.xml"/><Relationship Id="rId4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06.xml"/><Relationship Id="rId21" Type="http://schemas.openxmlformats.org/officeDocument/2006/relationships/slideLayout" Target="../slideLayouts/slideLayout105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108.xml"/><Relationship Id="rId23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26" Type="http://schemas.openxmlformats.org/officeDocument/2006/relationships/slideLayout" Target="../slideLayouts/slideLayout110.xml"/><Relationship Id="rId25" Type="http://schemas.openxmlformats.org/officeDocument/2006/relationships/slideLayout" Target="../slideLayouts/slideLayout109.xml"/><Relationship Id="rId28" Type="http://schemas.openxmlformats.org/officeDocument/2006/relationships/slideLayout" Target="../slideLayouts/slideLayout112.xml"/><Relationship Id="rId27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29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31" Type="http://schemas.openxmlformats.org/officeDocument/2006/relationships/slideLayout" Target="../slideLayouts/slideLayout115.xml"/><Relationship Id="rId3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95.xml"/><Relationship Id="rId33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97.xml"/><Relationship Id="rId35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99.xml"/><Relationship Id="rId37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01.xml"/><Relationship Id="rId39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03.xml"/><Relationship Id="rId18" Type="http://schemas.openxmlformats.org/officeDocument/2006/relationships/slideLayout" Target="../slideLayouts/slideLayout10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29650" y="511500"/>
            <a:ext cx="6115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orum"/>
              <a:buNone/>
              <a:defRPr b="0" i="0" sz="3000" u="none" cap="none" strike="noStrike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291000" y="1562975"/>
            <a:ext cx="37284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9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49"/>
          <p:cNvSpPr txBox="1"/>
          <p:nvPr>
            <p:ph type="title"/>
          </p:nvPr>
        </p:nvSpPr>
        <p:spPr>
          <a:xfrm>
            <a:off x="229050" y="228600"/>
            <a:ext cx="86859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453" name="Google Shape;453;p49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147" name="Google Shape;1147;p87"/>
          <p:cNvSpPr txBox="1"/>
          <p:nvPr>
            <p:ph idx="1" type="body"/>
          </p:nvPr>
        </p:nvSpPr>
        <p:spPr>
          <a:xfrm>
            <a:off x="311700" y="1800050"/>
            <a:ext cx="36618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/>
        </p:txBody>
      </p:sp>
      <p:sp>
        <p:nvSpPr>
          <p:cNvPr id="1148" name="Google Shape;1148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  <p:sldLayoutId id="2147483758" r:id="rId27"/>
    <p:sldLayoutId id="2147483759" r:id="rId28"/>
    <p:sldLayoutId id="2147483760" r:id="rId29"/>
    <p:sldLayoutId id="2147483761" r:id="rId30"/>
    <p:sldLayoutId id="2147483762" r:id="rId31"/>
    <p:sldLayoutId id="2147483763" r:id="rId32"/>
    <p:sldLayoutId id="2147483764" r:id="rId33"/>
    <p:sldLayoutId id="2147483765" r:id="rId34"/>
    <p:sldLayoutId id="2147483766" r:id="rId35"/>
    <p:sldLayoutId id="2147483767" r:id="rId36"/>
    <p:sldLayoutId id="2147483768" r:id="rId37"/>
    <p:sldLayoutId id="2147483769" r:id="rId38"/>
    <p:sldLayoutId id="2147483770" r:id="rId39"/>
    <p:sldLayoutId id="2147483771" r:id="rId40"/>
    <p:sldLayoutId id="2147483772" r:id="rId41"/>
    <p:sldLayoutId id="2147483773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130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b="1" lang="en" sz="250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Customer Churn Prediction for Bank</a:t>
            </a:r>
            <a:endParaRPr b="1" sz="25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t/>
            </a:r>
            <a:endParaRPr/>
          </a:p>
        </p:txBody>
      </p:sp>
      <p:sp>
        <p:nvSpPr>
          <p:cNvPr descr="A light blue rectangle." id="1730" name="Google Shape;1730;p130"/>
          <p:cNvSpPr/>
          <p:nvPr/>
        </p:nvSpPr>
        <p:spPr>
          <a:xfrm flipH="1">
            <a:off x="2010917" y="3005452"/>
            <a:ext cx="1368300" cy="774600"/>
          </a:xfrm>
          <a:prstGeom prst="roundRect">
            <a:avLst>
              <a:gd fmla="val 1997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yellow square." id="1731" name="Google Shape;1731;p130"/>
          <p:cNvSpPr/>
          <p:nvPr/>
        </p:nvSpPr>
        <p:spPr>
          <a:xfrm flipH="1">
            <a:off x="4352426" y="3909224"/>
            <a:ext cx="774600" cy="774600"/>
          </a:xfrm>
          <a:prstGeom prst="roundRect">
            <a:avLst>
              <a:gd fmla="val 19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lavender rectangle" id="1732" name="Google Shape;1732;p130"/>
          <p:cNvSpPr/>
          <p:nvPr/>
        </p:nvSpPr>
        <p:spPr>
          <a:xfrm flipH="1">
            <a:off x="6534259" y="3905677"/>
            <a:ext cx="1118400" cy="7746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A rugged red texture, as of a rock face. " id="1733" name="Google Shape;1733;p130"/>
          <p:cNvPicPr preferRelativeResize="0"/>
          <p:nvPr>
            <p:ph idx="7" type="pic"/>
          </p:nvPr>
        </p:nvPicPr>
        <p:blipFill rotWithShape="1">
          <a:blip r:embed="rId3">
            <a:alphaModFix/>
          </a:blip>
          <a:srcRect b="16910" l="0" r="0" t="16904"/>
          <a:stretch/>
        </p:blipFill>
        <p:spPr>
          <a:xfrm>
            <a:off x="230525" y="3909225"/>
            <a:ext cx="774600" cy="77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A rugged brown-purple texture, as of a tree trunk. " id="1734" name="Google Shape;1734;p130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7511" l="0" r="0" t="7520"/>
          <a:stretch/>
        </p:blipFill>
        <p:spPr>
          <a:xfrm>
            <a:off x="2838375" y="3909225"/>
            <a:ext cx="1368300" cy="77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A rugged red texture, as of a rock face. " id="1735" name="Google Shape;1735;p130"/>
          <p:cNvPicPr preferRelativeResize="0"/>
          <p:nvPr>
            <p:ph idx="9" type="pic"/>
          </p:nvPr>
        </p:nvPicPr>
        <p:blipFill rotWithShape="1">
          <a:blip r:embed="rId3">
            <a:alphaModFix/>
          </a:blip>
          <a:srcRect b="27283" l="0" r="0" t="27283"/>
          <a:stretch/>
        </p:blipFill>
        <p:spPr>
          <a:xfrm>
            <a:off x="6535600" y="3008850"/>
            <a:ext cx="1118400" cy="76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descr="A lavender rectangle" id="1736" name="Google Shape;1736;p130"/>
          <p:cNvSpPr/>
          <p:nvPr/>
        </p:nvSpPr>
        <p:spPr>
          <a:xfrm flipH="1">
            <a:off x="1305309" y="3948252"/>
            <a:ext cx="1118400" cy="7746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7" name="Google Shape;1737;p130"/>
          <p:cNvSpPr txBox="1"/>
          <p:nvPr/>
        </p:nvSpPr>
        <p:spPr>
          <a:xfrm>
            <a:off x="6803475" y="2239850"/>
            <a:ext cx="1979700" cy="2853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Author:  Angel Joy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descr="A rugged brown-purple texture, as of a tree trunk. " id="1738" name="Google Shape;1738;p130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7511" l="0" r="0" t="7520"/>
          <a:stretch/>
        </p:blipFill>
        <p:spPr>
          <a:xfrm>
            <a:off x="348250" y="3005450"/>
            <a:ext cx="1368300" cy="77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A rugged brown-purple texture, as of a tree trunk. " id="1739" name="Google Shape;1739;p130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7511" l="0" r="0" t="7520"/>
          <a:stretch/>
        </p:blipFill>
        <p:spPr>
          <a:xfrm>
            <a:off x="4352425" y="3005400"/>
            <a:ext cx="1368300" cy="77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A rugged red texture, as of a rock face. " id="1740" name="Google Shape;1740;p130"/>
          <p:cNvPicPr preferRelativeResize="0"/>
          <p:nvPr>
            <p:ph idx="7" type="pic"/>
          </p:nvPr>
        </p:nvPicPr>
        <p:blipFill rotWithShape="1">
          <a:blip r:embed="rId3">
            <a:alphaModFix/>
          </a:blip>
          <a:srcRect b="16910" l="0" r="0" t="16904"/>
          <a:stretch/>
        </p:blipFill>
        <p:spPr>
          <a:xfrm>
            <a:off x="5443338" y="3948250"/>
            <a:ext cx="774600" cy="77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descr="A light blue rectangle." id="1741" name="Google Shape;1741;p130"/>
          <p:cNvSpPr/>
          <p:nvPr/>
        </p:nvSpPr>
        <p:spPr>
          <a:xfrm flipH="1" rot="-5400000">
            <a:off x="7711717" y="3486452"/>
            <a:ext cx="1368300" cy="774600"/>
          </a:xfrm>
          <a:prstGeom prst="roundRect">
            <a:avLst>
              <a:gd fmla="val 1997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31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7" name="Google Shape;1747;p131"/>
          <p:cNvSpPr txBox="1"/>
          <p:nvPr/>
        </p:nvSpPr>
        <p:spPr>
          <a:xfrm>
            <a:off x="466725" y="295275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0" lang="en" sz="2500" u="none" cap="none" strike="noStrike">
                <a:solidFill>
                  <a:schemeClr val="lt2"/>
                </a:solidFill>
              </a:rPr>
              <a:t>Data Problem</a:t>
            </a:r>
            <a:endParaRPr i="0" sz="2500" u="none" cap="none" strike="noStrike">
              <a:solidFill>
                <a:schemeClr val="lt2"/>
              </a:solidFill>
            </a:endParaRPr>
          </a:p>
        </p:txBody>
      </p:sp>
      <p:sp>
        <p:nvSpPr>
          <p:cNvPr id="1748" name="Google Shape;1748;p131"/>
          <p:cNvSpPr txBox="1"/>
          <p:nvPr/>
        </p:nvSpPr>
        <p:spPr>
          <a:xfrm>
            <a:off x="514350" y="1063275"/>
            <a:ext cx="78795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bank aims to reduce customer churn, improve service delivery, and enhance customer satisfaction. </a:t>
            </a:r>
            <a:endParaRPr i="0" sz="1200" u="none" cap="none" strike="noStrike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Objectives: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customer </a:t>
            </a:r>
            <a:r>
              <a:rPr lang="en" sz="1200"/>
              <a:t>churn patterns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/>
              <a:t>Suggest recommendations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132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4" name="Google Shape;1754;p132"/>
          <p:cNvSpPr txBox="1"/>
          <p:nvPr/>
        </p:nvSpPr>
        <p:spPr>
          <a:xfrm>
            <a:off x="467600" y="295275"/>
            <a:ext cx="4009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2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Data Snapshot</a:t>
            </a:r>
            <a:endParaRPr b="0" i="0" sz="25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132"/>
          <p:cNvSpPr txBox="1"/>
          <p:nvPr/>
        </p:nvSpPr>
        <p:spPr>
          <a:xfrm>
            <a:off x="514350" y="1384175"/>
            <a:ext cx="3962400" cy="3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number of </a:t>
            </a:r>
            <a:r>
              <a:rPr lang="en" sz="1200"/>
              <a:t>customers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en" sz="1200"/>
              <a:t>10000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Countries analyzed : </a:t>
            </a:r>
            <a:r>
              <a:rPr lang="en" sz="1200"/>
              <a:t>3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" sz="1200" u="sng"/>
              <a:t>Data Cleaning and Preprocessing</a:t>
            </a:r>
            <a:endParaRPr b="1" sz="1200" u="sng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Checked duplicates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Checked missing values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Replaced special characters</a:t>
            </a:r>
            <a:endParaRPr sz="12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133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1" name="Google Shape;1761;p133"/>
          <p:cNvSpPr txBox="1"/>
          <p:nvPr/>
        </p:nvSpPr>
        <p:spPr>
          <a:xfrm>
            <a:off x="467600" y="295275"/>
            <a:ext cx="4009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2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Data </a:t>
            </a:r>
            <a:r>
              <a:rPr lang="en" sz="2500">
                <a:solidFill>
                  <a:schemeClr val="lt2"/>
                </a:solidFill>
              </a:rPr>
              <a:t>Schema</a:t>
            </a:r>
            <a:endParaRPr b="0" i="0" sz="25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133"/>
          <p:cNvSpPr txBox="1"/>
          <p:nvPr/>
        </p:nvSpPr>
        <p:spPr>
          <a:xfrm>
            <a:off x="368025" y="937575"/>
            <a:ext cx="8245500" cy="3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1763" name="Google Shape;1763;p133" title="Screenshot 2026-07-15 at 4.08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025" y="1053288"/>
            <a:ext cx="7862799" cy="3628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34"/>
          <p:cNvSpPr txBox="1"/>
          <p:nvPr/>
        </p:nvSpPr>
        <p:spPr>
          <a:xfrm>
            <a:off x="4857225" y="1501625"/>
            <a:ext cx="4115700" cy="3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Long term customers are not spending much compared to the new customers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Long term customers might not be aware of the new services due to the lack of campaign reach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Customers are purchasing product once they feel trustworthy or comfortable with the bank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769" name="Google Shape;1769;p134"/>
          <p:cNvSpPr txBox="1"/>
          <p:nvPr/>
        </p:nvSpPr>
        <p:spPr>
          <a:xfrm>
            <a:off x="562050" y="360725"/>
            <a:ext cx="50166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2500">
                <a:solidFill>
                  <a:srgbClr val="CC0000"/>
                </a:solidFill>
              </a:rPr>
              <a:t>Customer Behavior Analysis</a:t>
            </a:r>
            <a:endParaRPr b="1" i="0" sz="2500" u="none" cap="none" strike="noStrike">
              <a:solidFill>
                <a:srgbClr val="CC0000"/>
              </a:solidFill>
            </a:endParaRPr>
          </a:p>
        </p:txBody>
      </p:sp>
      <p:sp>
        <p:nvSpPr>
          <p:cNvPr id="1770" name="Google Shape;1770;p134"/>
          <p:cNvSpPr/>
          <p:nvPr/>
        </p:nvSpPr>
        <p:spPr>
          <a:xfrm>
            <a:off x="59150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771" name="Google Shape;1771;p134"/>
          <p:cNvSpPr/>
          <p:nvPr/>
        </p:nvSpPr>
        <p:spPr>
          <a:xfrm>
            <a:off x="7153200" y="14287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134F5C"/>
              </a:highlight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772" name="Google Shape;1772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375" y="1310775"/>
            <a:ext cx="3419775" cy="34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135"/>
          <p:cNvSpPr txBox="1"/>
          <p:nvPr/>
        </p:nvSpPr>
        <p:spPr>
          <a:xfrm>
            <a:off x="5126175" y="1858575"/>
            <a:ext cx="38463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Active members and exited members are equal in all countries.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Population, employment factors can affect the active accounts and churn rates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778" name="Google Shape;1778;p135"/>
          <p:cNvSpPr txBox="1"/>
          <p:nvPr/>
        </p:nvSpPr>
        <p:spPr>
          <a:xfrm>
            <a:off x="562850" y="369114"/>
            <a:ext cx="43617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" sz="2500">
                <a:solidFill>
                  <a:srgbClr val="CC0000"/>
                </a:solidFill>
              </a:rPr>
              <a:t>Geographic Market Trends</a:t>
            </a:r>
            <a:endParaRPr b="1" i="0" sz="2500" u="none" cap="none" strike="noStrike">
              <a:solidFill>
                <a:srgbClr val="CC0000"/>
              </a:solidFill>
            </a:endParaRPr>
          </a:p>
        </p:txBody>
      </p:sp>
      <p:sp>
        <p:nvSpPr>
          <p:cNvPr id="1779" name="Google Shape;1779;p135"/>
          <p:cNvSpPr/>
          <p:nvPr/>
        </p:nvSpPr>
        <p:spPr>
          <a:xfrm>
            <a:off x="59150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780" name="Google Shape;1780;p135"/>
          <p:cNvSpPr/>
          <p:nvPr/>
        </p:nvSpPr>
        <p:spPr>
          <a:xfrm>
            <a:off x="7153200" y="14287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134F5C"/>
              </a:highlight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781" name="Google Shape;1781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600" y="1430375"/>
            <a:ext cx="3985200" cy="35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36"/>
          <p:cNvSpPr txBox="1"/>
          <p:nvPr/>
        </p:nvSpPr>
        <p:spPr>
          <a:xfrm>
            <a:off x="4876800" y="1919075"/>
            <a:ext cx="4095600" cy="30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Exit rates are high in 29-47 age brackets 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These groups might be married people with kids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787" name="Google Shape;1787;p136"/>
          <p:cNvSpPr/>
          <p:nvPr/>
        </p:nvSpPr>
        <p:spPr>
          <a:xfrm>
            <a:off x="59150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788" name="Google Shape;1788;p136"/>
          <p:cNvSpPr/>
          <p:nvPr/>
        </p:nvSpPr>
        <p:spPr>
          <a:xfrm>
            <a:off x="7153200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789" name="Google Shape;1789;p136"/>
          <p:cNvSpPr txBox="1"/>
          <p:nvPr/>
        </p:nvSpPr>
        <p:spPr>
          <a:xfrm>
            <a:off x="571850" y="395225"/>
            <a:ext cx="43050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2500">
                <a:solidFill>
                  <a:srgbClr val="CC0000"/>
                </a:solidFill>
              </a:rPr>
              <a:t>Risk Management Assessment</a:t>
            </a:r>
            <a:endParaRPr b="1" i="0" sz="2500" u="none" cap="none" strike="noStrike">
              <a:solidFill>
                <a:srgbClr val="CC0000"/>
              </a:solidFill>
            </a:endParaRPr>
          </a:p>
        </p:txBody>
      </p:sp>
      <p:pic>
        <p:nvPicPr>
          <p:cNvPr id="1790" name="Google Shape;1790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650" y="1547375"/>
            <a:ext cx="3411950" cy="34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137"/>
          <p:cNvSpPr txBox="1"/>
          <p:nvPr/>
        </p:nvSpPr>
        <p:spPr>
          <a:xfrm>
            <a:off x="4991100" y="1867225"/>
            <a:ext cx="3981600" cy="25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Tenure value is high for the age groups 38-47 and 48-57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796" name="Google Shape;1796;p137"/>
          <p:cNvSpPr txBox="1"/>
          <p:nvPr/>
        </p:nvSpPr>
        <p:spPr>
          <a:xfrm>
            <a:off x="562850" y="293625"/>
            <a:ext cx="48648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2500">
                <a:solidFill>
                  <a:srgbClr val="CC0000"/>
                </a:solidFill>
              </a:rPr>
              <a:t>Customer Tenure Value Forecast</a:t>
            </a:r>
            <a:endParaRPr b="1" sz="2500">
              <a:solidFill>
                <a:srgbClr val="CC0000"/>
              </a:solidFill>
            </a:endParaRPr>
          </a:p>
        </p:txBody>
      </p:sp>
      <p:sp>
        <p:nvSpPr>
          <p:cNvPr id="1797" name="Google Shape;1797;p137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798" name="Google Shape;1798;p137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799" name="Google Shape;1799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650" y="1287188"/>
            <a:ext cx="3438525" cy="296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38"/>
          <p:cNvSpPr txBox="1"/>
          <p:nvPr/>
        </p:nvSpPr>
        <p:spPr>
          <a:xfrm>
            <a:off x="545525" y="1780775"/>
            <a:ext cx="8427300" cy="26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Customer Engagement data - sudden increase in the engagement might be impact of marketing campaign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Purchase history - Change in the purchasing behaviour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Marketing data - Required to analyse the impact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805" name="Google Shape;1805;p138"/>
          <p:cNvSpPr txBox="1"/>
          <p:nvPr/>
        </p:nvSpPr>
        <p:spPr>
          <a:xfrm>
            <a:off x="545525" y="553675"/>
            <a:ext cx="46068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2500">
                <a:solidFill>
                  <a:srgbClr val="CC0000"/>
                </a:solidFill>
              </a:rPr>
              <a:t>Marketing Campaign Effectiveness</a:t>
            </a:r>
            <a:endParaRPr b="1" i="0" sz="2500" u="none" cap="none" strike="noStrike">
              <a:solidFill>
                <a:srgbClr val="CC0000"/>
              </a:solidFill>
            </a:endParaRPr>
          </a:p>
        </p:txBody>
      </p:sp>
      <p:sp>
        <p:nvSpPr>
          <p:cNvPr id="1806" name="Google Shape;1806;p138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07" name="Google Shape;1807;p138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39"/>
          <p:cNvSpPr txBox="1"/>
          <p:nvPr/>
        </p:nvSpPr>
        <p:spPr>
          <a:xfrm>
            <a:off x="4311950" y="1569875"/>
            <a:ext cx="4253400" cy="49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Credit score have no much influence on exit customers behavior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Exit Customers doesn’t prefer credit card nor purchase much products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Age group of 29-37 are more intended to exit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France has shown high exit rate</a:t>
            </a:r>
            <a:endParaRPr b="1" sz="12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13" name="Google Shape;1813;p139"/>
          <p:cNvSpPr txBox="1"/>
          <p:nvPr/>
        </p:nvSpPr>
        <p:spPr>
          <a:xfrm>
            <a:off x="571500" y="562850"/>
            <a:ext cx="43533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2500">
                <a:solidFill>
                  <a:srgbClr val="CC0000"/>
                </a:solidFill>
              </a:rPr>
              <a:t>Customer Exit Reasons Exploration</a:t>
            </a:r>
            <a:endParaRPr b="1" i="0" sz="2500" u="none" cap="none" strike="noStrike">
              <a:solidFill>
                <a:srgbClr val="CC0000"/>
              </a:solidFill>
            </a:endParaRPr>
          </a:p>
        </p:txBody>
      </p:sp>
      <p:sp>
        <p:nvSpPr>
          <p:cNvPr id="1814" name="Google Shape;1814;p139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15" name="Google Shape;1815;p139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16" name="Google Shape;1816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450" y="1691125"/>
            <a:ext cx="251460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140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22" name="Google Shape;1822;p140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23" name="Google Shape;1823;p140"/>
          <p:cNvSpPr txBox="1"/>
          <p:nvPr/>
        </p:nvSpPr>
        <p:spPr>
          <a:xfrm>
            <a:off x="562850" y="692725"/>
            <a:ext cx="41649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500">
                <a:solidFill>
                  <a:srgbClr val="FF0000"/>
                </a:solidFill>
              </a:rPr>
              <a:t>Customer at Risk 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4" name="Google Shape;1824;p140"/>
          <p:cNvPicPr preferRelativeResize="0"/>
          <p:nvPr/>
        </p:nvPicPr>
        <p:blipFill rotWithShape="1">
          <a:blip r:embed="rId3">
            <a:alphaModFix/>
          </a:blip>
          <a:srcRect b="0" l="0" r="-9481" t="0"/>
          <a:stretch/>
        </p:blipFill>
        <p:spPr>
          <a:xfrm>
            <a:off x="371875" y="1415475"/>
            <a:ext cx="4546851" cy="31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140"/>
          <p:cNvSpPr txBox="1"/>
          <p:nvPr/>
        </p:nvSpPr>
        <p:spPr>
          <a:xfrm>
            <a:off x="5117275" y="1415500"/>
            <a:ext cx="3800100" cy="3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Dark red denotes risk</a:t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Light red denotes safe</a:t>
            </a:r>
            <a:endParaRPr b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141"/>
          <p:cNvSpPr txBox="1"/>
          <p:nvPr/>
        </p:nvSpPr>
        <p:spPr>
          <a:xfrm>
            <a:off x="676275" y="504825"/>
            <a:ext cx="39660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>
                <a:solidFill>
                  <a:srgbClr val="FF0000"/>
                </a:solidFill>
              </a:rPr>
              <a:t>Customer Churn Pattern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141"/>
          <p:cNvSpPr txBox="1"/>
          <p:nvPr/>
        </p:nvSpPr>
        <p:spPr>
          <a:xfrm>
            <a:off x="3324375" y="1352550"/>
            <a:ext cx="56484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❏"/>
            </a:pPr>
            <a:r>
              <a:rPr b="1" lang="en" sz="1200">
                <a:solidFill>
                  <a:schemeClr val="dk2"/>
                </a:solidFill>
              </a:rPr>
              <a:t>Credit score have no much influence on exit customers behavior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❏"/>
            </a:pPr>
            <a:r>
              <a:rPr b="1" lang="en" sz="1200">
                <a:solidFill>
                  <a:schemeClr val="dk2"/>
                </a:solidFill>
              </a:rPr>
              <a:t>Exit Customers doesn’t prefer credit card nor purchase much products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❏"/>
            </a:pPr>
            <a:r>
              <a:rPr b="1" lang="en" sz="1200">
                <a:solidFill>
                  <a:schemeClr val="dk2"/>
                </a:solidFill>
              </a:rPr>
              <a:t>Age group of 29-37 are more intended to exit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❏"/>
            </a:pPr>
            <a:r>
              <a:rPr b="1" lang="en" sz="1200">
                <a:solidFill>
                  <a:schemeClr val="dk2"/>
                </a:solidFill>
              </a:rPr>
              <a:t>Country France has shown high exit rate</a:t>
            </a:r>
            <a:endParaRPr b="1" sz="1200">
              <a:solidFill>
                <a:schemeClr val="dk2"/>
              </a:solidFill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2" name="Google Shape;1832;p141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33" name="Google Shape;1833;p141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34" name="Google Shape;1834;p141" title="Screenshot 2026-03-01 at 10.31.1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1880250"/>
            <a:ext cx="2181450" cy="219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142"/>
          <p:cNvSpPr txBox="1"/>
          <p:nvPr/>
        </p:nvSpPr>
        <p:spPr>
          <a:xfrm>
            <a:off x="571500" y="520125"/>
            <a:ext cx="3346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Strategic Recommendations</a:t>
            </a:r>
            <a:endParaRPr b="0" i="0" sz="3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p142"/>
          <p:cNvSpPr txBox="1"/>
          <p:nvPr/>
        </p:nvSpPr>
        <p:spPr>
          <a:xfrm>
            <a:off x="3324375" y="1352550"/>
            <a:ext cx="56484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Build Trust &amp; Engage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n" sz="1200">
                <a:solidFill>
                  <a:schemeClr val="dk2"/>
                </a:solidFill>
              </a:rPr>
              <a:t>Long term customers are loyal customers, marketing team has to do campaign to re-introduce the services to them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n" sz="1200">
                <a:solidFill>
                  <a:schemeClr val="dk2"/>
                </a:solidFill>
              </a:rPr>
              <a:t>Customer service calls has to be done once in 3 months  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n" sz="1200">
                <a:solidFill>
                  <a:schemeClr val="dk2"/>
                </a:solidFill>
              </a:rPr>
              <a:t>Engage with the customers to build trust and make them feel confident with the banking</a:t>
            </a:r>
            <a:endParaRPr b="1" sz="12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41" name="Google Shape;1841;p142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42" name="Google Shape;1842;p142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43" name="Google Shape;1843;p142" title="Screenshot 2026-03-01 at 10.31.1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1644375"/>
            <a:ext cx="2041849" cy="20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143"/>
          <p:cNvSpPr txBox="1"/>
          <p:nvPr/>
        </p:nvSpPr>
        <p:spPr>
          <a:xfrm>
            <a:off x="675400" y="504825"/>
            <a:ext cx="31416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Strategic Recommendations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143"/>
          <p:cNvSpPr txBox="1"/>
          <p:nvPr/>
        </p:nvSpPr>
        <p:spPr>
          <a:xfrm>
            <a:off x="3324375" y="1352550"/>
            <a:ext cx="56484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" sz="1200">
                <a:solidFill>
                  <a:schemeClr val="dk2"/>
                </a:solidFill>
              </a:rPr>
              <a:t>Incorporate services apt for married couples and their kids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❏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solidFill>
                  <a:schemeClr val="dk2"/>
                </a:solidFill>
              </a:rPr>
              <a:t>Exit rates are high in 29-47 age brackets. This group might be married couples with kids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50" name="Google Shape;1850;p143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51" name="Google Shape;1851;p143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52" name="Google Shape;1852;p143" title="Screenshot 2026-03-01 at 10.31.1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9225" y="1719925"/>
            <a:ext cx="2041750" cy="205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144"/>
          <p:cNvSpPr txBox="1"/>
          <p:nvPr/>
        </p:nvSpPr>
        <p:spPr>
          <a:xfrm>
            <a:off x="562850" y="504825"/>
            <a:ext cx="47391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Dashboard and Visualizations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p144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59" name="Google Shape;1859;p144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60" name="Google Shape;1860;p144" title="Screenshot 2026-07-15 at 10.23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100" y="1061325"/>
            <a:ext cx="6080875" cy="36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145"/>
          <p:cNvSpPr txBox="1"/>
          <p:nvPr/>
        </p:nvSpPr>
        <p:spPr>
          <a:xfrm>
            <a:off x="562850" y="504825"/>
            <a:ext cx="47391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Dashboard and Visualizations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145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67" name="Google Shape;1867;p145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68" name="Google Shape;1868;p145" title="Screenshot 2026-07-15 at 10.22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850" y="1070075"/>
            <a:ext cx="5913250" cy="360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146"/>
          <p:cNvSpPr txBox="1"/>
          <p:nvPr/>
        </p:nvSpPr>
        <p:spPr>
          <a:xfrm>
            <a:off x="562850" y="504825"/>
            <a:ext cx="47391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Dashboard and Visualizations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146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75" name="Google Shape;1875;p146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76" name="Google Shape;1876;p146" title="Screenshot 2026-07-15 at 10.22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325" y="1105125"/>
            <a:ext cx="5724348" cy="348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147"/>
          <p:cNvSpPr txBox="1"/>
          <p:nvPr/>
        </p:nvSpPr>
        <p:spPr>
          <a:xfrm>
            <a:off x="676275" y="504825"/>
            <a:ext cx="26481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147"/>
          <p:cNvSpPr txBox="1"/>
          <p:nvPr/>
        </p:nvSpPr>
        <p:spPr>
          <a:xfrm>
            <a:off x="3578050" y="1040000"/>
            <a:ext cx="5394600" cy="9900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Identified </a:t>
            </a:r>
            <a:r>
              <a:rPr lang="en" sz="1200">
                <a:solidFill>
                  <a:schemeClr val="dk2"/>
                </a:solidFill>
              </a:rPr>
              <a:t>churn pattern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Found the </a:t>
            </a:r>
            <a:r>
              <a:rPr lang="en" sz="1200">
                <a:solidFill>
                  <a:schemeClr val="dk2"/>
                </a:solidFill>
              </a:rPr>
              <a:t>factors that affect the customer exit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Analyzed the behaviour of the different </a:t>
            </a:r>
            <a:r>
              <a:rPr lang="en" sz="1200">
                <a:solidFill>
                  <a:schemeClr val="dk2"/>
                </a:solidFill>
              </a:rPr>
              <a:t>age groups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83" name="Google Shape;1883;p147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84" name="Google Shape;1884;p147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85" name="Google Shape;1885;p147"/>
          <p:cNvSpPr txBox="1"/>
          <p:nvPr/>
        </p:nvSpPr>
        <p:spPr>
          <a:xfrm>
            <a:off x="3638550" y="2155975"/>
            <a:ext cx="5334000" cy="14487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●"/>
            </a:pPr>
            <a:r>
              <a:rPr lang="en" sz="1200">
                <a:solidFill>
                  <a:schemeClr val="dk2"/>
                </a:solidFill>
              </a:rPr>
              <a:t>Build trust and engagement </a:t>
            </a:r>
            <a:r>
              <a:rPr lang="en" sz="1200">
                <a:solidFill>
                  <a:schemeClr val="dk2"/>
                </a:solidFill>
              </a:rPr>
              <a:t>through</a:t>
            </a:r>
            <a:r>
              <a:rPr lang="en" sz="1200">
                <a:solidFill>
                  <a:schemeClr val="dk2"/>
                </a:solidFill>
              </a:rPr>
              <a:t> campaigns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erdana"/>
              <a:buChar char="●"/>
            </a:pPr>
            <a:r>
              <a:rPr lang="en" sz="1200">
                <a:solidFill>
                  <a:schemeClr val="dk2"/>
                </a:solidFill>
              </a:rPr>
              <a:t>Incorporate services apt for </a:t>
            </a:r>
            <a:r>
              <a:rPr lang="en" sz="1200">
                <a:solidFill>
                  <a:schemeClr val="dk2"/>
                </a:solidFill>
              </a:rPr>
              <a:t>young</a:t>
            </a:r>
            <a:r>
              <a:rPr lang="en" sz="1200">
                <a:solidFill>
                  <a:schemeClr val="dk2"/>
                </a:solidFill>
              </a:rPr>
              <a:t> married couples and for kids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1886" name="Google Shape;1886;p147" title="concept_11063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625" y="1476450"/>
            <a:ext cx="2185825" cy="21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ow and Tell/Report #1">
  <a:themeElements>
    <a:clrScheme name="Simple Light">
      <a:dk1>
        <a:srgbClr val="AB8645"/>
      </a:dk1>
      <a:lt1>
        <a:srgbClr val="014840"/>
      </a:lt1>
      <a:dk2>
        <a:srgbClr val="000000"/>
      </a:dk2>
      <a:lt2>
        <a:srgbClr val="FAF5F0"/>
      </a:lt2>
      <a:accent1>
        <a:srgbClr val="133E37"/>
      </a:accent1>
      <a:accent2>
        <a:srgbClr val="D8B771"/>
      </a:accent2>
      <a:accent3>
        <a:srgbClr val="FFFFFF"/>
      </a:accent3>
      <a:accent4>
        <a:srgbClr val="8DA1B9"/>
      </a:accent4>
      <a:accent5>
        <a:srgbClr val="BC4749"/>
      </a:accent5>
      <a:accent6>
        <a:srgbClr val="3C1518"/>
      </a:accent6>
      <a:hlink>
        <a:srgbClr val="0148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 Family Recipe Book">
  <a:themeElements>
    <a:clrScheme name="Simple Light">
      <a:dk1>
        <a:srgbClr val="303030"/>
      </a:dk1>
      <a:lt1>
        <a:srgbClr val="FFFBF3"/>
      </a:lt1>
      <a:dk2>
        <a:srgbClr val="F3EEE6"/>
      </a:dk2>
      <a:lt2>
        <a:srgbClr val="CA3619"/>
      </a:lt2>
      <a:accent1>
        <a:srgbClr val="F2AB00"/>
      </a:accent1>
      <a:accent2>
        <a:srgbClr val="009E5E"/>
      </a:accent2>
      <a:accent3>
        <a:srgbClr val="0D4659"/>
      </a:accent3>
      <a:accent4>
        <a:srgbClr val="356BB1"/>
      </a:accent4>
      <a:accent5>
        <a:srgbClr val="3B1CB5"/>
      </a:accent5>
      <a:accent6>
        <a:srgbClr val="C2BDF3"/>
      </a:accent6>
      <a:hlink>
        <a:srgbClr val="717C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rketing Plan Presentation [Style 2]">
  <a:themeElements>
    <a:clrScheme name="Simple Light">
      <a:dk1>
        <a:srgbClr val="F9F9F9"/>
      </a:dk1>
      <a:lt1>
        <a:srgbClr val="101010"/>
      </a:lt1>
      <a:dk2>
        <a:srgbClr val="E6E8FF"/>
      </a:dk2>
      <a:lt2>
        <a:srgbClr val="C6B9F1"/>
      </a:lt2>
      <a:accent1>
        <a:srgbClr val="E11444"/>
      </a:accent1>
      <a:accent2>
        <a:srgbClr val="FCE82E"/>
      </a:accent2>
      <a:accent3>
        <a:srgbClr val="FFE6D4"/>
      </a:accent3>
      <a:accent4>
        <a:srgbClr val="4E4E4E"/>
      </a:accent4>
      <a:accent5>
        <a:srgbClr val="93A2A2"/>
      </a:accent5>
      <a:accent6>
        <a:srgbClr val="B7B7B7"/>
      </a:accent6>
      <a:hlink>
        <a:srgbClr val="F96E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